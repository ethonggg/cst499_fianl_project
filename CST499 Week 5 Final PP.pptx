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86" r:id="rId4"/>
  </p:sldMasterIdLst>
  <p:notesMasterIdLst>
    <p:notesMasterId r:id="rId15"/>
  </p:notesMasterIdLst>
  <p:handoutMasterIdLst>
    <p:handoutMasterId r:id="rId16"/>
  </p:handoutMasterIdLst>
  <p:sldIdLst>
    <p:sldId id="315" r:id="rId5"/>
    <p:sldId id="266" r:id="rId6"/>
    <p:sldId id="305" r:id="rId7"/>
    <p:sldId id="310" r:id="rId8"/>
    <p:sldId id="313" r:id="rId9"/>
    <p:sldId id="316" r:id="rId10"/>
    <p:sldId id="317" r:id="rId11"/>
    <p:sldId id="319" r:id="rId12"/>
    <p:sldId id="318" r:id="rId13"/>
    <p:sldId id="295" r:id="rId1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 id="{5AA1BD55-57CD-466E-0725-B6CBA11E0D12}" name="Lauren Weldy (ALLEGIS GROUP SERVICES)" initials="LW" userId="S::v-lweldy@microsoft.com::07a2285c-a352-4b96-8658-ecc34365c15e"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BEDEB"/>
  </p:clrMru>
  <p:extLst>
    <p:ext uri="{E76CE94A-603C-4142-B9EB-6D1370010A27}">
      <p14:discardImageEditData xmlns:p14="http://schemas.microsoft.com/office/powerpoint/2010/main" val="0"/>
    </p:ext>
    <p:ext uri="{D31A062A-798A-4329-ABDD-BBA856620510}">
      <p14:defaultImageDpi xmlns:p14="http://schemas.microsoft.com/office/powerpoint/2010/main" val="15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8A107856-5554-42FB-B03E-39F5DBC370BA}">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69CF1AB2-1976-4502-BF36-3FF5EA218861}" styleName="Medium Style 4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 styleId="{D7AC3CCA-C797-4891-BE02-D94E43425B78}" styleName="Medium Style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 styleId="{8A107856-5554-42FB-B03E-39F5DBC370BA}" styleName="Medium Style 4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solidFill>
            <a:schemeClr val="accent2">
              <a:tint val="20000"/>
            </a:schemeClr>
          </a:solidFill>
        </a:fill>
      </a:tcStyle>
    </a:wholeTbl>
    <a:band1H>
      <a:tcStyle>
        <a:tcBdr/>
        <a:fill>
          <a:solidFill>
            <a:schemeClr val="accent2">
              <a:tint val="40000"/>
            </a:schemeClr>
          </a:solidFill>
        </a:fill>
      </a:tcStyle>
    </a:band1H>
    <a:band1V>
      <a:tcStyle>
        <a:tcBdr/>
        <a:fill>
          <a:solidFill>
            <a:schemeClr val="accent2">
              <a:tint val="40000"/>
            </a:schemeClr>
          </a:solidFill>
        </a:fill>
      </a:tcStyle>
    </a:band1V>
    <a:lastCol>
      <a:tcTxStyle b="on"/>
      <a:tcStyle>
        <a:tcBdr/>
      </a:tcStyle>
    </a:lastCol>
    <a:firstCol>
      <a:tcTxStyle b="on"/>
      <a:tcStyle>
        <a:tcBdr/>
      </a:tcStyle>
    </a:firstCol>
    <a:lastRow>
      <a:tcTxStyle b="on"/>
      <a:tcStyle>
        <a:tcBdr>
          <a:top>
            <a:ln w="25400" cmpd="sng">
              <a:solidFill>
                <a:schemeClr val="accent2"/>
              </a:solidFill>
            </a:ln>
          </a:top>
        </a:tcBdr>
        <a:fill>
          <a:solidFill>
            <a:schemeClr val="accent2">
              <a:tint val="20000"/>
            </a:schemeClr>
          </a:solidFill>
        </a:fill>
      </a:tcStyle>
    </a:lastRow>
    <a:firstRow>
      <a:tcTxStyle b="on"/>
      <a:tcStyle>
        <a:tcBdr/>
        <a:fill>
          <a:solidFill>
            <a:schemeClr val="accent2">
              <a:tint val="20000"/>
            </a:schemeClr>
          </a:solidFill>
        </a:fill>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9977" autoAdjust="0"/>
    <p:restoredTop sz="95388" autoAdjust="0"/>
  </p:normalViewPr>
  <p:slideViewPr>
    <p:cSldViewPr snapToGrid="0">
      <p:cViewPr varScale="1">
        <p:scale>
          <a:sx n="50" d="100"/>
          <a:sy n="50" d="100"/>
        </p:scale>
        <p:origin x="28" y="1492"/>
      </p:cViewPr>
      <p:guideLst/>
    </p:cSldViewPr>
  </p:slideViewPr>
  <p:outlineViewPr>
    <p:cViewPr>
      <p:scale>
        <a:sx n="33" d="100"/>
        <a:sy n="33" d="100"/>
      </p:scale>
      <p:origin x="0" y="0"/>
    </p:cViewPr>
  </p:outlineViewPr>
  <p:notesTextViewPr>
    <p:cViewPr>
      <p:scale>
        <a:sx n="1" d="1"/>
        <a:sy n="1" d="1"/>
      </p:scale>
      <p:origin x="0" y="0"/>
    </p:cViewPr>
  </p:notesTextViewPr>
  <p:sorterViewPr>
    <p:cViewPr varScale="1">
      <p:scale>
        <a:sx n="1" d="1"/>
        <a:sy n="1" d="1"/>
      </p:scale>
      <p:origin x="0" y="-3149"/>
    </p:cViewPr>
  </p:sorterViewPr>
  <p:notesViewPr>
    <p:cSldViewPr snapToGrid="0">
      <p:cViewPr>
        <p:scale>
          <a:sx n="1" d="2"/>
          <a:sy n="1" d="2"/>
        </p:scale>
        <p:origin x="2640" y="283"/>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viewProps" Target="viewProps.xml"/><Relationship Id="rId3" Type="http://schemas.openxmlformats.org/officeDocument/2006/relationships/customXml" Target="../customXml/item3.xml"/><Relationship Id="rId21" Type="http://schemas.microsoft.com/office/2018/10/relationships/authors" Target="author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presProps" Target="presProps.xml"/><Relationship Id="rId2" Type="http://schemas.openxmlformats.org/officeDocument/2006/relationships/customXml" Target="../customXml/item2.xml"/><Relationship Id="rId16" Type="http://schemas.openxmlformats.org/officeDocument/2006/relationships/handoutMaster" Target="handoutMasters/handoutMaster1.xml"/><Relationship Id="rId20"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notesMaster" Target="notesMasters/notesMaster1.xml"/><Relationship Id="rId10" Type="http://schemas.openxmlformats.org/officeDocument/2006/relationships/slide" Target="slides/slide6.xml"/><Relationship Id="rId19"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0589D207-BE08-4B33-B5B0-5A5A94C95126}"/>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C5E58DB9-49DC-495B-A68F-33D105C9065A}"/>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367A1AC4-3AE8-4F87-AAED-904EC6054702}" type="datetimeFigureOut">
              <a:rPr lang="en-US" smtClean="0"/>
              <a:t>11/17/2025</a:t>
            </a:fld>
            <a:endParaRPr lang="en-US" dirty="0"/>
          </a:p>
        </p:txBody>
      </p:sp>
      <p:sp>
        <p:nvSpPr>
          <p:cNvPr id="4" name="Footer Placeholder 3">
            <a:extLst>
              <a:ext uri="{FF2B5EF4-FFF2-40B4-BE49-F238E27FC236}">
                <a16:creationId xmlns:a16="http://schemas.microsoft.com/office/drawing/2014/main" id="{7F66337E-DAD5-442C-9B8F-E10EB7D972CB}"/>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7EE3BDF2-02BD-4181-AC28-FD56172CC622}"/>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7AF8A362-CAFC-4987-9A50-47570528395E}" type="slidenum">
              <a:rPr lang="en-US" smtClean="0"/>
              <a:t>‹#›</a:t>
            </a:fld>
            <a:endParaRPr lang="en-US" dirty="0"/>
          </a:p>
        </p:txBody>
      </p:sp>
    </p:spTree>
    <p:extLst>
      <p:ext uri="{BB962C8B-B14F-4D97-AF65-F5344CB8AC3E}">
        <p14:creationId xmlns:p14="http://schemas.microsoft.com/office/powerpoint/2010/main" val="45237491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5556653-6123-4FE4-861F-5F9583BF59B0}" type="datetimeFigureOut">
              <a:rPr lang="en-US" smtClean="0"/>
              <a:t>11/17/2025</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4EEB602-95FC-483A-B12D-216A7AD7EA24}" type="slidenum">
              <a:rPr lang="en-US" smtClean="0"/>
              <a:t>‹#›</a:t>
            </a:fld>
            <a:endParaRPr lang="en-US" dirty="0"/>
          </a:p>
        </p:txBody>
      </p:sp>
    </p:spTree>
    <p:extLst>
      <p:ext uri="{BB962C8B-B14F-4D97-AF65-F5344CB8AC3E}">
        <p14:creationId xmlns:p14="http://schemas.microsoft.com/office/powerpoint/2010/main" val="132584309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4EEB602-95FC-483A-B12D-216A7AD7EA24}" type="slidenum">
              <a:rPr lang="en-US" smtClean="0"/>
              <a:t>1</a:t>
            </a:fld>
            <a:endParaRPr lang="en-US" dirty="0"/>
          </a:p>
        </p:txBody>
      </p:sp>
    </p:spTree>
    <p:extLst>
      <p:ext uri="{BB962C8B-B14F-4D97-AF65-F5344CB8AC3E}">
        <p14:creationId xmlns:p14="http://schemas.microsoft.com/office/powerpoint/2010/main" val="33560868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p:cNvSpPr>
            <a:spLocks noGrp="1"/>
          </p:cNvSpPr>
          <p:nvPr>
            <p:ph type="sldNum" sz="quarter" idx="5"/>
          </p:nvPr>
        </p:nvSpPr>
        <p:spPr/>
        <p:txBody>
          <a:bodyPr/>
          <a:lstStyle/>
          <a:p>
            <a:fld id="{F07F282E-55F5-4803-B60F-09BA4600E538}" type="slidenum">
              <a:rPr lang="en-US" smtClean="0"/>
              <a:t>2</a:t>
            </a:fld>
            <a:endParaRPr lang="en-US" dirty="0"/>
          </a:p>
        </p:txBody>
      </p:sp>
    </p:spTree>
    <p:extLst>
      <p:ext uri="{BB962C8B-B14F-4D97-AF65-F5344CB8AC3E}">
        <p14:creationId xmlns:p14="http://schemas.microsoft.com/office/powerpoint/2010/main" val="172745101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4EEB602-95FC-483A-B12D-216A7AD7EA24}" type="slidenum">
              <a:rPr lang="en-US" smtClean="0"/>
              <a:t>3</a:t>
            </a:fld>
            <a:endParaRPr lang="en-US" dirty="0"/>
          </a:p>
        </p:txBody>
      </p:sp>
    </p:spTree>
    <p:extLst>
      <p:ext uri="{BB962C8B-B14F-4D97-AF65-F5344CB8AC3E}">
        <p14:creationId xmlns:p14="http://schemas.microsoft.com/office/powerpoint/2010/main" val="271432790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4EEB602-95FC-483A-B12D-216A7AD7EA24}" type="slidenum">
              <a:rPr lang="en-US" smtClean="0"/>
              <a:t>4</a:t>
            </a:fld>
            <a:endParaRPr lang="en-US" dirty="0"/>
          </a:p>
        </p:txBody>
      </p:sp>
    </p:spTree>
    <p:extLst>
      <p:ext uri="{BB962C8B-B14F-4D97-AF65-F5344CB8AC3E}">
        <p14:creationId xmlns:p14="http://schemas.microsoft.com/office/powerpoint/2010/main" val="222160305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4EEB602-95FC-483A-B12D-216A7AD7EA24}" type="slidenum">
              <a:rPr lang="en-US" smtClean="0"/>
              <a:t>5</a:t>
            </a:fld>
            <a:endParaRPr lang="en-US" dirty="0"/>
          </a:p>
        </p:txBody>
      </p:sp>
    </p:spTree>
    <p:extLst>
      <p:ext uri="{BB962C8B-B14F-4D97-AF65-F5344CB8AC3E}">
        <p14:creationId xmlns:p14="http://schemas.microsoft.com/office/powerpoint/2010/main" val="398691279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CC25D6-9D14-2328-EB0B-6740D8B9C57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0BC7165-DB68-D26A-086D-98E2CD027ED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4B7D50C-AB51-EEB9-77B4-5168BB3875B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E020C65-1036-9F21-AE5C-22A957D713ED}"/>
              </a:ext>
            </a:extLst>
          </p:cNvPr>
          <p:cNvSpPr>
            <a:spLocks noGrp="1"/>
          </p:cNvSpPr>
          <p:nvPr>
            <p:ph type="sldNum" sz="quarter" idx="5"/>
          </p:nvPr>
        </p:nvSpPr>
        <p:spPr/>
        <p:txBody>
          <a:bodyPr/>
          <a:lstStyle/>
          <a:p>
            <a:fld id="{54EEB602-95FC-483A-B12D-216A7AD7EA24}" type="slidenum">
              <a:rPr lang="en-US" smtClean="0"/>
              <a:t>6</a:t>
            </a:fld>
            <a:endParaRPr lang="en-US" dirty="0"/>
          </a:p>
        </p:txBody>
      </p:sp>
    </p:spTree>
    <p:extLst>
      <p:ext uri="{BB962C8B-B14F-4D97-AF65-F5344CB8AC3E}">
        <p14:creationId xmlns:p14="http://schemas.microsoft.com/office/powerpoint/2010/main" val="207035212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CEAFA2-FBA2-0DC9-5751-44C485000EE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FDE550C-94BD-D07B-0E14-74C4A270F98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A25E186-183C-796C-DAB7-D4CA149D2CA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6C4E07EB-462F-E6FC-1661-6ADFFF24C29F}"/>
              </a:ext>
            </a:extLst>
          </p:cNvPr>
          <p:cNvSpPr>
            <a:spLocks noGrp="1"/>
          </p:cNvSpPr>
          <p:nvPr>
            <p:ph type="sldNum" sz="quarter" idx="5"/>
          </p:nvPr>
        </p:nvSpPr>
        <p:spPr/>
        <p:txBody>
          <a:bodyPr/>
          <a:lstStyle/>
          <a:p>
            <a:fld id="{54EEB602-95FC-483A-B12D-216A7AD7EA24}" type="slidenum">
              <a:rPr lang="en-US" smtClean="0"/>
              <a:t>7</a:t>
            </a:fld>
            <a:endParaRPr lang="en-US" dirty="0"/>
          </a:p>
        </p:txBody>
      </p:sp>
    </p:spTree>
    <p:extLst>
      <p:ext uri="{BB962C8B-B14F-4D97-AF65-F5344CB8AC3E}">
        <p14:creationId xmlns:p14="http://schemas.microsoft.com/office/powerpoint/2010/main" val="2061257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D172F4-5297-06DB-9B13-0671CC3EBD4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A299ADC-A114-6BAD-3CAE-6B6A7600D4A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FDA2653-24AB-9C89-9941-6F220940750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7AA1620-8FC0-A186-948F-F9F9516643EF}"/>
              </a:ext>
            </a:extLst>
          </p:cNvPr>
          <p:cNvSpPr>
            <a:spLocks noGrp="1"/>
          </p:cNvSpPr>
          <p:nvPr>
            <p:ph type="sldNum" sz="quarter" idx="5"/>
          </p:nvPr>
        </p:nvSpPr>
        <p:spPr/>
        <p:txBody>
          <a:bodyPr/>
          <a:lstStyle/>
          <a:p>
            <a:fld id="{54EEB602-95FC-483A-B12D-216A7AD7EA24}" type="slidenum">
              <a:rPr lang="en-US" smtClean="0"/>
              <a:t>8</a:t>
            </a:fld>
            <a:endParaRPr lang="en-US" dirty="0"/>
          </a:p>
        </p:txBody>
      </p:sp>
    </p:spTree>
    <p:extLst>
      <p:ext uri="{BB962C8B-B14F-4D97-AF65-F5344CB8AC3E}">
        <p14:creationId xmlns:p14="http://schemas.microsoft.com/office/powerpoint/2010/main" val="89433626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EBDA8B-D061-4CE4-52C5-92493C3FAAF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0A2FFB0-B107-3751-6A6E-5FD7A51B58B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74C3A45-C5CE-FEC5-1736-03F7CDF62D11}"/>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a:extLst>
              <a:ext uri="{FF2B5EF4-FFF2-40B4-BE49-F238E27FC236}">
                <a16:creationId xmlns:a16="http://schemas.microsoft.com/office/drawing/2014/main" id="{7D46F968-5E08-DB2C-AA5A-B5EA6A3A0293}"/>
              </a:ext>
            </a:extLst>
          </p:cNvPr>
          <p:cNvSpPr>
            <a:spLocks noGrp="1"/>
          </p:cNvSpPr>
          <p:nvPr>
            <p:ph type="sldNum" sz="quarter" idx="5"/>
          </p:nvPr>
        </p:nvSpPr>
        <p:spPr/>
        <p:txBody>
          <a:bodyPr/>
          <a:lstStyle/>
          <a:p>
            <a:fld id="{F07F282E-55F5-4803-B60F-09BA4600E538}" type="slidenum">
              <a:rPr lang="en-US" smtClean="0"/>
              <a:t>9</a:t>
            </a:fld>
            <a:endParaRPr lang="en-US" dirty="0"/>
          </a:p>
        </p:txBody>
      </p:sp>
    </p:spTree>
    <p:extLst>
      <p:ext uri="{BB962C8B-B14F-4D97-AF65-F5344CB8AC3E}">
        <p14:creationId xmlns:p14="http://schemas.microsoft.com/office/powerpoint/2010/main" val="158774461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p:cNvSpPr>
            <a:spLocks noGrp="1"/>
          </p:cNvSpPr>
          <p:nvPr>
            <p:ph type="sldNum" sz="quarter" idx="5"/>
          </p:nvPr>
        </p:nvSpPr>
        <p:spPr/>
        <p:txBody>
          <a:bodyPr/>
          <a:lstStyle/>
          <a:p>
            <a:fld id="{F07F282E-55F5-4803-B60F-09BA4600E538}" type="slidenum">
              <a:rPr lang="en-US" smtClean="0"/>
              <a:t>10</a:t>
            </a:fld>
            <a:endParaRPr lang="en-US" dirty="0"/>
          </a:p>
        </p:txBody>
      </p:sp>
    </p:spTree>
    <p:extLst>
      <p:ext uri="{BB962C8B-B14F-4D97-AF65-F5344CB8AC3E}">
        <p14:creationId xmlns:p14="http://schemas.microsoft.com/office/powerpoint/2010/main" val="58069785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1ED69555-EE48-4B19-812B-4E1068DBF976}"/>
              </a:ext>
            </a:extLst>
          </p:cNvPr>
          <p:cNvSpPr/>
          <p:nvPr/>
        </p:nvSpPr>
        <p:spPr>
          <a:xfrm>
            <a:off x="7573754" y="0"/>
            <a:ext cx="4618246" cy="6858000"/>
          </a:xfrm>
          <a:prstGeom prst="rect">
            <a:avLst/>
          </a:prstGeom>
          <a:solidFill>
            <a:schemeClr val="bg1">
              <a:alpha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8" name="Freeform 57">
            <a:extLst>
              <a:ext uri="{FF2B5EF4-FFF2-40B4-BE49-F238E27FC236}">
                <a16:creationId xmlns:a16="http://schemas.microsoft.com/office/drawing/2014/main" id="{57AEB73D-F521-4B19-820F-12DB6BCC8406}"/>
              </a:ext>
            </a:extLst>
          </p:cNvPr>
          <p:cNvSpPr/>
          <p:nvPr/>
        </p:nvSpPr>
        <p:spPr bwMode="auto">
          <a:xfrm>
            <a:off x="4456113" y="31750"/>
            <a:ext cx="0" cy="1588"/>
          </a:xfrm>
          <a:custGeom>
            <a:avLst/>
            <a:gdLst/>
            <a:ahLst/>
            <a:cxnLst/>
            <a:rect l="0" t="0" r="r" b="b"/>
            <a:pathLst>
              <a:path w="2" h="2">
                <a:moveTo>
                  <a:pt x="0" y="0"/>
                </a:moveTo>
                <a:lnTo>
                  <a:pt x="2" y="0"/>
                </a:lnTo>
                <a:lnTo>
                  <a:pt x="0" y="2"/>
                </a:lnTo>
                <a:lnTo>
                  <a:pt x="0" y="0"/>
                </a:lnTo>
                <a:close/>
              </a:path>
            </a:pathLst>
          </a:custGeom>
          <a:solidFill>
            <a:srgbClr val="30466D"/>
          </a:solidFill>
          <a:ln w="0">
            <a:solidFill>
              <a:srgbClr val="30466D"/>
            </a:solidFill>
            <a:prstDash val="solid"/>
            <a:round/>
            <a:headEnd/>
            <a:tailEnd/>
          </a:ln>
        </p:spPr>
      </p:sp>
      <p:sp>
        <p:nvSpPr>
          <p:cNvPr id="2" name="Title 1"/>
          <p:cNvSpPr>
            <a:spLocks noGrp="1"/>
          </p:cNvSpPr>
          <p:nvPr>
            <p:ph type="ctrTitle"/>
          </p:nvPr>
        </p:nvSpPr>
        <p:spPr>
          <a:xfrm>
            <a:off x="855388" y="863068"/>
            <a:ext cx="6007691" cy="4985916"/>
          </a:xfrm>
        </p:spPr>
        <p:txBody>
          <a:bodyPr anchor="ctr">
            <a:noAutofit/>
          </a:bodyPr>
          <a:lstStyle>
            <a:lvl1pPr algn="l">
              <a:lnSpc>
                <a:spcPct val="125000"/>
              </a:lnSpc>
              <a:defRPr sz="6000" b="0" cap="all" spc="150" baseline="0">
                <a:solidFill>
                  <a:schemeClr val="tx1">
                    <a:lumMod val="75000"/>
                    <a:lumOff val="2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8197352" y="863068"/>
            <a:ext cx="3351729" cy="5120069"/>
          </a:xfrm>
        </p:spPr>
        <p:txBody>
          <a:bodyPr anchor="ctr">
            <a:normAutofit/>
          </a:bodyPr>
          <a:lstStyle>
            <a:lvl1pPr marL="0" indent="0" algn="l">
              <a:lnSpc>
                <a:spcPct val="150000"/>
              </a:lnSpc>
              <a:buNone/>
              <a:defRPr sz="2400" b="0" cap="none" baseline="0">
                <a:solidFill>
                  <a:schemeClr val="tx1">
                    <a:lumMod val="85000"/>
                    <a:lumOff val="15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7" name="Rectangle 6">
            <a:extLst>
              <a:ext uri="{FF2B5EF4-FFF2-40B4-BE49-F238E27FC236}">
                <a16:creationId xmlns:a16="http://schemas.microsoft.com/office/drawing/2014/main" id="{6B72EEBA-3A5D-41CE-8465-A45A0F65674E}"/>
              </a:ext>
            </a:extLst>
          </p:cNvPr>
          <p:cNvSpPr/>
          <p:nvPr/>
        </p:nvSpPr>
        <p:spPr>
          <a:xfrm rot="5400000">
            <a:off x="4101215" y="3396997"/>
            <a:ext cx="6858002" cy="64008"/>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Date Placeholder 12">
            <a:extLst>
              <a:ext uri="{FF2B5EF4-FFF2-40B4-BE49-F238E27FC236}">
                <a16:creationId xmlns:a16="http://schemas.microsoft.com/office/drawing/2014/main" id="{79F4CF2F-CDFA-4A37-837C-819D5238EAB4}"/>
              </a:ext>
            </a:extLst>
          </p:cNvPr>
          <p:cNvSpPr>
            <a:spLocks noGrp="1"/>
          </p:cNvSpPr>
          <p:nvPr>
            <p:ph type="dt" sz="half" idx="10"/>
          </p:nvPr>
        </p:nvSpPr>
        <p:spPr>
          <a:xfrm>
            <a:off x="8197353" y="6309360"/>
            <a:ext cx="2151134" cy="457200"/>
          </a:xfrm>
        </p:spPr>
        <p:txBody>
          <a:bodyPr/>
          <a:lstStyle/>
          <a:p>
            <a:r>
              <a:rPr lang="en-US"/>
              <a:t>9/8/20XX</a:t>
            </a:r>
            <a:endParaRPr lang="en-US" dirty="0"/>
          </a:p>
        </p:txBody>
      </p:sp>
      <p:sp>
        <p:nvSpPr>
          <p:cNvPr id="15" name="Footer Placeholder 14">
            <a:extLst>
              <a:ext uri="{FF2B5EF4-FFF2-40B4-BE49-F238E27FC236}">
                <a16:creationId xmlns:a16="http://schemas.microsoft.com/office/drawing/2014/main" id="{CFECE62A-61A4-407D-8F0B-D459CD977C75}"/>
              </a:ext>
            </a:extLst>
          </p:cNvPr>
          <p:cNvSpPr>
            <a:spLocks noGrp="1"/>
          </p:cNvSpPr>
          <p:nvPr>
            <p:ph type="ftr" sz="quarter" idx="11"/>
          </p:nvPr>
        </p:nvSpPr>
        <p:spPr>
          <a:xfrm>
            <a:off x="855388" y="6309360"/>
            <a:ext cx="6007691" cy="457200"/>
          </a:xfrm>
        </p:spPr>
        <p:txBody>
          <a:bodyPr/>
          <a:lstStyle>
            <a:lvl1pPr algn="r">
              <a:defRPr/>
            </a:lvl1pPr>
          </a:lstStyle>
          <a:p>
            <a:r>
              <a:rPr lang="en-US"/>
              <a:t>Presentation Title</a:t>
            </a:r>
            <a:endParaRPr lang="en-US" dirty="0"/>
          </a:p>
        </p:txBody>
      </p:sp>
      <p:sp>
        <p:nvSpPr>
          <p:cNvPr id="27" name="Slide Number Placeholder 26">
            <a:extLst>
              <a:ext uri="{FF2B5EF4-FFF2-40B4-BE49-F238E27FC236}">
                <a16:creationId xmlns:a16="http://schemas.microsoft.com/office/drawing/2014/main" id="{99FE60A9-FE2A-451F-9244-60FCE7FE9AD7}"/>
              </a:ext>
            </a:extLst>
          </p:cNvPr>
          <p:cNvSpPr>
            <a:spLocks noGrp="1"/>
          </p:cNvSpPr>
          <p:nvPr>
            <p:ph type="sldNum" sz="quarter" idx="12"/>
          </p:nvPr>
        </p:nvSpPr>
        <p:spPr/>
        <p:txBody>
          <a:bodyPr/>
          <a:lstStyle/>
          <a:p>
            <a:fld id="{FAEF9944-A4F6-4C59-AEBD-678D6480B8EA}" type="slidenum">
              <a:rPr lang="en-US" smtClean="0"/>
              <a:pPr/>
              <a:t>‹#›</a:t>
            </a:fld>
            <a:endParaRPr lang="en-US" dirty="0"/>
          </a:p>
        </p:txBody>
      </p:sp>
    </p:spTree>
    <p:extLst>
      <p:ext uri="{BB962C8B-B14F-4D97-AF65-F5344CB8AC3E}">
        <p14:creationId xmlns:p14="http://schemas.microsoft.com/office/powerpoint/2010/main" val="4233062062"/>
      </p:ext>
    </p:extLst>
  </p:cSld>
  <p:clrMapOvr>
    <a:masterClrMapping/>
  </p:clrMapOvr>
  <p:hf sldNum="0" hdr="0" ftr="0" dt="0"/>
  <p:extLst>
    <p:ext uri="{DCECCB84-F9BA-43D5-87BE-67443E8EF086}">
      <p15:sldGuideLst xmlns:p15="http://schemas.microsoft.com/office/powerpoint/2012/main">
        <p15:guide id="1" orient="horz" pos="4056">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r>
              <a:rPr lang="en-US"/>
              <a:t>9/8/20XX</a:t>
            </a:r>
            <a:endParaRPr lang="en-US" dirty="0"/>
          </a:p>
        </p:txBody>
      </p:sp>
      <p:sp>
        <p:nvSpPr>
          <p:cNvPr id="5" name="Footer Placeholder 4"/>
          <p:cNvSpPr>
            <a:spLocks noGrp="1"/>
          </p:cNvSpPr>
          <p:nvPr>
            <p:ph type="ftr" sz="quarter" idx="11"/>
          </p:nvPr>
        </p:nvSpPr>
        <p:spPr/>
        <p:txBody>
          <a:bodyPr/>
          <a:lstStyle/>
          <a:p>
            <a:r>
              <a:rPr lang="en-US"/>
              <a:t>Presentation Title</a:t>
            </a:r>
            <a:endParaRPr lang="en-US" dirty="0"/>
          </a:p>
        </p:txBody>
      </p:sp>
      <p:sp>
        <p:nvSpPr>
          <p:cNvPr id="6" name="Slide Number Placeholder 5"/>
          <p:cNvSpPr>
            <a:spLocks noGrp="1"/>
          </p:cNvSpPr>
          <p:nvPr>
            <p:ph type="sldNum" sz="quarter" idx="12"/>
          </p:nvPr>
        </p:nvSpPr>
        <p:spPr/>
        <p:txBody>
          <a:bodyPr/>
          <a:lstStyle/>
          <a:p>
            <a:fld id="{FAEF9944-A4F6-4C59-AEBD-678D6480B8EA}" type="slidenum">
              <a:rPr lang="en-US" smtClean="0"/>
              <a:pPr/>
              <a:t>‹#›</a:t>
            </a:fld>
            <a:endParaRPr lang="en-US" dirty="0"/>
          </a:p>
        </p:txBody>
      </p:sp>
    </p:spTree>
    <p:extLst>
      <p:ext uri="{BB962C8B-B14F-4D97-AF65-F5344CB8AC3E}">
        <p14:creationId xmlns:p14="http://schemas.microsoft.com/office/powerpoint/2010/main" val="2120849448"/>
      </p:ext>
    </p:extLst>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5BFD12B6-57DE-4B63-A723-500B050FB7DD}"/>
              </a:ext>
            </a:extLst>
          </p:cNvPr>
          <p:cNvSpPr/>
          <p:nvPr/>
        </p:nvSpPr>
        <p:spPr>
          <a:xfrm>
            <a:off x="0" y="4215384"/>
            <a:ext cx="12192000" cy="2642616"/>
          </a:xfrm>
          <a:prstGeom prst="rect">
            <a:avLst/>
          </a:prstGeom>
          <a:solidFill>
            <a:schemeClr val="bg1">
              <a:alpha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795316" y="1406284"/>
            <a:ext cx="10593694" cy="2597841"/>
          </a:xfrm>
        </p:spPr>
        <p:txBody>
          <a:bodyPr anchor="b">
            <a:normAutofit/>
          </a:bodyPr>
          <a:lstStyle>
            <a:lvl1pPr algn="ctr">
              <a:lnSpc>
                <a:spcPct val="125000"/>
              </a:lnSpc>
              <a:defRPr sz="4400" baseline="0">
                <a:solidFill>
                  <a:schemeClr val="tx1">
                    <a:lumMod val="75000"/>
                    <a:lumOff val="2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2818312" y="4527856"/>
            <a:ext cx="6559018" cy="1570245"/>
          </a:xfrm>
        </p:spPr>
        <p:txBody>
          <a:bodyPr anchor="t">
            <a:normAutofit/>
          </a:bodyPr>
          <a:lstStyle>
            <a:lvl1pPr marL="0" indent="0" algn="ctr">
              <a:lnSpc>
                <a:spcPct val="130000"/>
              </a:lnSpc>
              <a:spcBef>
                <a:spcPts val="0"/>
              </a:spcBef>
              <a:buNone/>
              <a:defRPr sz="2400" b="0" baseline="0">
                <a:solidFill>
                  <a:schemeClr val="tx1">
                    <a:lumMod val="75000"/>
                    <a:lumOff val="2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7" name="Date Placeholder 6">
            <a:extLst>
              <a:ext uri="{FF2B5EF4-FFF2-40B4-BE49-F238E27FC236}">
                <a16:creationId xmlns:a16="http://schemas.microsoft.com/office/drawing/2014/main" id="{5F1E2E75-4758-4930-8024-39287C962987}"/>
              </a:ext>
            </a:extLst>
          </p:cNvPr>
          <p:cNvSpPr>
            <a:spLocks noGrp="1"/>
          </p:cNvSpPr>
          <p:nvPr>
            <p:ph type="dt" sz="half" idx="10"/>
          </p:nvPr>
        </p:nvSpPr>
        <p:spPr/>
        <p:txBody>
          <a:bodyPr/>
          <a:lstStyle/>
          <a:p>
            <a:r>
              <a:rPr lang="en-US"/>
              <a:t>9/8/20XX</a:t>
            </a:r>
            <a:endParaRPr lang="en-US" dirty="0"/>
          </a:p>
        </p:txBody>
      </p:sp>
      <p:sp>
        <p:nvSpPr>
          <p:cNvPr id="8" name="Footer Placeholder 7">
            <a:extLst>
              <a:ext uri="{FF2B5EF4-FFF2-40B4-BE49-F238E27FC236}">
                <a16:creationId xmlns:a16="http://schemas.microsoft.com/office/drawing/2014/main" id="{488B9949-402C-42C2-9A94-16590FC0C592}"/>
              </a:ext>
            </a:extLst>
          </p:cNvPr>
          <p:cNvSpPr>
            <a:spLocks noGrp="1"/>
          </p:cNvSpPr>
          <p:nvPr>
            <p:ph type="ftr" sz="quarter" idx="11"/>
          </p:nvPr>
        </p:nvSpPr>
        <p:spPr/>
        <p:txBody>
          <a:bodyPr/>
          <a:lstStyle/>
          <a:p>
            <a:r>
              <a:rPr lang="en-US"/>
              <a:t>Presentation Title</a:t>
            </a:r>
            <a:endParaRPr lang="en-US" dirty="0"/>
          </a:p>
        </p:txBody>
      </p:sp>
      <p:sp>
        <p:nvSpPr>
          <p:cNvPr id="10" name="Slide Number Placeholder 9">
            <a:extLst>
              <a:ext uri="{FF2B5EF4-FFF2-40B4-BE49-F238E27FC236}">
                <a16:creationId xmlns:a16="http://schemas.microsoft.com/office/drawing/2014/main" id="{039D83F6-DAF4-4876-AA41-F246EC970F7D}"/>
              </a:ext>
            </a:extLst>
          </p:cNvPr>
          <p:cNvSpPr>
            <a:spLocks noGrp="1"/>
          </p:cNvSpPr>
          <p:nvPr>
            <p:ph type="sldNum" sz="quarter" idx="12"/>
          </p:nvPr>
        </p:nvSpPr>
        <p:spPr/>
        <p:txBody>
          <a:bodyPr/>
          <a:lstStyle/>
          <a:p>
            <a:fld id="{FAEF9944-A4F6-4C59-AEBD-678D6480B8EA}" type="slidenum">
              <a:rPr lang="en-US" smtClean="0"/>
              <a:pPr/>
              <a:t>‹#›</a:t>
            </a:fld>
            <a:endParaRPr lang="en-US" dirty="0"/>
          </a:p>
        </p:txBody>
      </p:sp>
      <p:sp>
        <p:nvSpPr>
          <p:cNvPr id="11" name="Rectangle 10">
            <a:extLst>
              <a:ext uri="{FF2B5EF4-FFF2-40B4-BE49-F238E27FC236}">
                <a16:creationId xmlns:a16="http://schemas.microsoft.com/office/drawing/2014/main" id="{91613A19-DDA2-44F6-9ED4-F87771C684B8}"/>
              </a:ext>
            </a:extLst>
          </p:cNvPr>
          <p:cNvSpPr/>
          <p:nvPr/>
        </p:nvSpPr>
        <p:spPr>
          <a:xfrm>
            <a:off x="0" y="4215384"/>
            <a:ext cx="12188952" cy="64008"/>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66753438"/>
      </p:ext>
    </p:extLst>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hasCustomPrompt="1"/>
          </p:nvPr>
        </p:nvSpPr>
        <p:spPr>
          <a:xfrm>
            <a:off x="5376670" y="705114"/>
            <a:ext cx="6172412" cy="2403846"/>
          </a:xfrm>
        </p:spPr>
        <p:txBody>
          <a:bodyPr anchor="b"/>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p:nvPr>
        </p:nvSpPr>
        <p:spPr>
          <a:xfrm>
            <a:off x="5376670" y="3749040"/>
            <a:ext cx="6172411" cy="23469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r>
              <a:rPr lang="en-US"/>
              <a:t>9/8/20XX</a:t>
            </a:r>
            <a:endParaRPr lang="en-US" dirty="0"/>
          </a:p>
        </p:txBody>
      </p:sp>
      <p:sp>
        <p:nvSpPr>
          <p:cNvPr id="6" name="Footer Placeholder 5"/>
          <p:cNvSpPr>
            <a:spLocks noGrp="1"/>
          </p:cNvSpPr>
          <p:nvPr>
            <p:ph type="ftr" sz="quarter" idx="11"/>
          </p:nvPr>
        </p:nvSpPr>
        <p:spPr/>
        <p:txBody>
          <a:bodyPr/>
          <a:lstStyle/>
          <a:p>
            <a:r>
              <a:rPr lang="en-US"/>
              <a:t>Presentation Title</a:t>
            </a:r>
            <a:endParaRPr lang="en-US" dirty="0"/>
          </a:p>
        </p:txBody>
      </p:sp>
      <p:sp>
        <p:nvSpPr>
          <p:cNvPr id="7" name="Slide Number Placeholder 6"/>
          <p:cNvSpPr>
            <a:spLocks noGrp="1"/>
          </p:cNvSpPr>
          <p:nvPr>
            <p:ph type="sldNum" sz="quarter" idx="12"/>
          </p:nvPr>
        </p:nvSpPr>
        <p:spPr/>
        <p:txBody>
          <a:bodyPr/>
          <a:lstStyle/>
          <a:p>
            <a:fld id="{FAEF9944-A4F6-4C59-AEBD-678D6480B8EA}" type="slidenum">
              <a:rPr lang="en-US" smtClean="0"/>
              <a:pPr/>
              <a:t>‹#›</a:t>
            </a:fld>
            <a:endParaRPr lang="en-US" dirty="0"/>
          </a:p>
        </p:txBody>
      </p:sp>
      <p:sp>
        <p:nvSpPr>
          <p:cNvPr id="10" name="Rectangle 9">
            <a:extLst>
              <a:ext uri="{FF2B5EF4-FFF2-40B4-BE49-F238E27FC236}">
                <a16:creationId xmlns:a16="http://schemas.microsoft.com/office/drawing/2014/main" id="{5CE6B9B5-A5D1-4099-B52B-78F39AB0AFCB}"/>
              </a:ext>
            </a:extLst>
          </p:cNvPr>
          <p:cNvSpPr/>
          <p:nvPr/>
        </p:nvSpPr>
        <p:spPr>
          <a:xfrm rot="10800000">
            <a:off x="4693920" y="3396997"/>
            <a:ext cx="7498080" cy="64008"/>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2118758592"/>
      </p:ext>
    </p:extLst>
  </p:cSld>
  <p:clrMapOvr>
    <a:masterClrMapping/>
  </p:clrMapOvr>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5376667" y="658999"/>
            <a:ext cx="6166422" cy="457200"/>
          </a:xfrm>
        </p:spPr>
        <p:txBody>
          <a:bodyPr anchor="b">
            <a:normAutofit/>
          </a:bodyPr>
          <a:lstStyle>
            <a:lvl1pPr marL="0" indent="0">
              <a:lnSpc>
                <a:spcPct val="130000"/>
              </a:lnSpc>
              <a:buNone/>
              <a:defRPr sz="1800" b="1"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5376668" y="1116199"/>
            <a:ext cx="6166422" cy="206212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376668" y="3623098"/>
            <a:ext cx="6166421" cy="457200"/>
          </a:xfrm>
        </p:spPr>
        <p:txBody>
          <a:bodyPr anchor="b">
            <a:normAutofit/>
          </a:bodyPr>
          <a:lstStyle>
            <a:lvl1pPr marL="0" indent="0">
              <a:lnSpc>
                <a:spcPct val="99000"/>
              </a:lnSpc>
              <a:buNone/>
              <a:defRPr lang="en-US" sz="1800" b="1" kern="1200" cap="all" spc="150" baseline="0" dirty="0">
                <a:solidFill>
                  <a:schemeClr val="accent1"/>
                </a:solidFill>
                <a:latin typeface="+mn-lt"/>
                <a:ea typeface="+mn-ea"/>
                <a:cs typeface="+mn-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algn="l" defTabSz="914400" rtl="0" eaLnBrk="1" latinLnBrk="0" hangingPunct="1">
              <a:lnSpc>
                <a:spcPct val="130000"/>
              </a:lnSpc>
              <a:spcBef>
                <a:spcPts val="930"/>
              </a:spcBef>
              <a:buFont typeface="Corbel" panose="020B0503020204020204" pitchFamily="34" charset="0"/>
              <a:buNone/>
            </a:pPr>
            <a:r>
              <a:rPr lang="en-US"/>
              <a:t>Click to edit Master text styles</a:t>
            </a:r>
          </a:p>
        </p:txBody>
      </p:sp>
      <p:sp>
        <p:nvSpPr>
          <p:cNvPr id="6" name="Content Placeholder 5"/>
          <p:cNvSpPr>
            <a:spLocks noGrp="1"/>
          </p:cNvSpPr>
          <p:nvPr>
            <p:ph sz="quarter" idx="4"/>
          </p:nvPr>
        </p:nvSpPr>
        <p:spPr>
          <a:xfrm>
            <a:off x="5376670" y="4102370"/>
            <a:ext cx="6166419" cy="206654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r>
              <a:rPr lang="en-US"/>
              <a:t>9/8/20XX</a:t>
            </a:r>
            <a:endParaRPr lang="en-US" dirty="0"/>
          </a:p>
        </p:txBody>
      </p:sp>
      <p:sp>
        <p:nvSpPr>
          <p:cNvPr id="8" name="Footer Placeholder 7"/>
          <p:cNvSpPr>
            <a:spLocks noGrp="1"/>
          </p:cNvSpPr>
          <p:nvPr>
            <p:ph type="ftr" sz="quarter" idx="11"/>
          </p:nvPr>
        </p:nvSpPr>
        <p:spPr/>
        <p:txBody>
          <a:bodyPr/>
          <a:lstStyle/>
          <a:p>
            <a:r>
              <a:rPr lang="en-US"/>
              <a:t>Presentation Title</a:t>
            </a:r>
            <a:endParaRPr lang="en-US" dirty="0"/>
          </a:p>
        </p:txBody>
      </p:sp>
      <p:sp>
        <p:nvSpPr>
          <p:cNvPr id="9" name="Slide Number Placeholder 8"/>
          <p:cNvSpPr>
            <a:spLocks noGrp="1"/>
          </p:cNvSpPr>
          <p:nvPr>
            <p:ph type="sldNum" sz="quarter" idx="12"/>
          </p:nvPr>
        </p:nvSpPr>
        <p:spPr/>
        <p:txBody>
          <a:bodyPr/>
          <a:lstStyle/>
          <a:p>
            <a:fld id="{FAEF9944-A4F6-4C59-AEBD-678D6480B8EA}" type="slidenum">
              <a:rPr lang="en-US" smtClean="0"/>
              <a:pPr/>
              <a:t>‹#›</a:t>
            </a:fld>
            <a:endParaRPr lang="en-US" dirty="0"/>
          </a:p>
        </p:txBody>
      </p:sp>
      <p:sp>
        <p:nvSpPr>
          <p:cNvPr id="10" name="Title 9">
            <a:extLst>
              <a:ext uri="{FF2B5EF4-FFF2-40B4-BE49-F238E27FC236}">
                <a16:creationId xmlns:a16="http://schemas.microsoft.com/office/drawing/2014/main" id="{D26B370B-8381-431F-9492-0EA1205113EE}"/>
              </a:ext>
            </a:extLst>
          </p:cNvPr>
          <p:cNvSpPr>
            <a:spLocks noGrp="1"/>
          </p:cNvSpPr>
          <p:nvPr>
            <p:ph type="title"/>
          </p:nvPr>
        </p:nvSpPr>
        <p:spPr/>
        <p:txBody>
          <a:bodyPr/>
          <a:lstStyle/>
          <a:p>
            <a:r>
              <a:rPr lang="en-US"/>
              <a:t>Click to edit Master title style</a:t>
            </a:r>
          </a:p>
        </p:txBody>
      </p:sp>
      <p:sp>
        <p:nvSpPr>
          <p:cNvPr id="12" name="Rectangle 11">
            <a:extLst>
              <a:ext uri="{FF2B5EF4-FFF2-40B4-BE49-F238E27FC236}">
                <a16:creationId xmlns:a16="http://schemas.microsoft.com/office/drawing/2014/main" id="{DCA89085-2231-4A9C-B23C-B199A9DD26C5}"/>
              </a:ext>
            </a:extLst>
          </p:cNvPr>
          <p:cNvSpPr/>
          <p:nvPr/>
        </p:nvSpPr>
        <p:spPr>
          <a:xfrm rot="10800000">
            <a:off x="4693920" y="3396997"/>
            <a:ext cx="7498080" cy="64008"/>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684152159"/>
      </p:ext>
    </p:extLst>
  </p:cSld>
  <p:clrMapOvr>
    <a:masterClrMapping/>
  </p:clrMapOvr>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005CD215-1C45-48A0-8534-39FFE8A7C95A}" type="datetime1">
              <a:rPr lang="en-US" smtClean="0"/>
              <a:t>11/17/2025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FAEF9944-A4F6-4C59-AEBD-678D6480B8EA}" type="slidenum">
              <a:rPr lang="en-US" dirty="0"/>
              <a:t>‹#›</a:t>
            </a:fld>
            <a:endParaRPr lang="en-US" dirty="0"/>
          </a:p>
        </p:txBody>
      </p:sp>
      <p:sp useBgFill="1">
        <p:nvSpPr>
          <p:cNvPr id="6" name="Rectangle 5">
            <a:extLst>
              <a:ext uri="{FF2B5EF4-FFF2-40B4-BE49-F238E27FC236}">
                <a16:creationId xmlns:a16="http://schemas.microsoft.com/office/drawing/2014/main" id="{94837D5C-EE88-BE2B-5940-6A8E20CAEEC6}"/>
              </a:ext>
              <a:ext uri="{C183D7F6-B498-43B3-948B-1728B52AA6E4}">
                <adec:decorative xmlns:adec="http://schemas.microsoft.com/office/drawing/2017/decorative" val="1"/>
              </a:ext>
            </a:extLst>
          </p:cNvPr>
          <p:cNvSpPr/>
          <p:nvPr userDrawn="1"/>
        </p:nvSpPr>
        <p:spPr>
          <a:xfrm flipH="1">
            <a:off x="0" y="0"/>
            <a:ext cx="12192001"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Rectangle 6">
            <a:extLst>
              <a:ext uri="{FF2B5EF4-FFF2-40B4-BE49-F238E27FC236}">
                <a16:creationId xmlns:a16="http://schemas.microsoft.com/office/drawing/2014/main" id="{57D6331A-AE6C-3009-DDD4-1671FF7E0F3D}"/>
              </a:ext>
              <a:ext uri="{C183D7F6-B498-43B3-948B-1728B52AA6E4}">
                <adec:decorative xmlns:adec="http://schemas.microsoft.com/office/drawing/2017/decorative" val="1"/>
              </a:ext>
            </a:extLst>
          </p:cNvPr>
          <p:cNvSpPr/>
          <p:nvPr userDrawn="1"/>
        </p:nvSpPr>
        <p:spPr>
          <a:xfrm>
            <a:off x="0" y="825689"/>
            <a:ext cx="12192000" cy="5201731"/>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Rectangle 7">
            <a:extLst>
              <a:ext uri="{FF2B5EF4-FFF2-40B4-BE49-F238E27FC236}">
                <a16:creationId xmlns:a16="http://schemas.microsoft.com/office/drawing/2014/main" id="{38D7D28B-DE67-0B99-CDEB-A037FFC568ED}"/>
              </a:ext>
              <a:ext uri="{C183D7F6-B498-43B3-948B-1728B52AA6E4}">
                <adec:decorative xmlns:adec="http://schemas.microsoft.com/office/drawing/2017/decorative" val="1"/>
              </a:ext>
            </a:extLst>
          </p:cNvPr>
          <p:cNvSpPr/>
          <p:nvPr userDrawn="1"/>
        </p:nvSpPr>
        <p:spPr>
          <a:xfrm>
            <a:off x="-1" y="889696"/>
            <a:ext cx="1070775" cy="507771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Rectangle 8">
            <a:extLst>
              <a:ext uri="{FF2B5EF4-FFF2-40B4-BE49-F238E27FC236}">
                <a16:creationId xmlns:a16="http://schemas.microsoft.com/office/drawing/2014/main" id="{58B9F3E3-6134-5423-F75E-B36E71A65278}"/>
              </a:ext>
              <a:ext uri="{C183D7F6-B498-43B3-948B-1728B52AA6E4}">
                <adec:decorative xmlns:adec="http://schemas.microsoft.com/office/drawing/2017/decorative" val="1"/>
              </a:ext>
            </a:extLst>
          </p:cNvPr>
          <p:cNvSpPr/>
          <p:nvPr userDrawn="1"/>
        </p:nvSpPr>
        <p:spPr>
          <a:xfrm rot="5400000">
            <a:off x="-2365125" y="3396997"/>
            <a:ext cx="6858002" cy="64008"/>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Rectangle 9">
            <a:extLst>
              <a:ext uri="{FF2B5EF4-FFF2-40B4-BE49-F238E27FC236}">
                <a16:creationId xmlns:a16="http://schemas.microsoft.com/office/drawing/2014/main" id="{2B1F677F-A1EC-4CDA-E80E-4B3695465156}"/>
              </a:ext>
              <a:ext uri="{C183D7F6-B498-43B3-948B-1728B52AA6E4}">
                <adec:decorative xmlns:adec="http://schemas.microsoft.com/office/drawing/2017/decorative" val="1"/>
              </a:ext>
            </a:extLst>
          </p:cNvPr>
          <p:cNvSpPr/>
          <p:nvPr userDrawn="1"/>
        </p:nvSpPr>
        <p:spPr>
          <a:xfrm rot="5400000">
            <a:off x="7658511" y="3396997"/>
            <a:ext cx="6858002" cy="64008"/>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Rectangle 10">
            <a:extLst>
              <a:ext uri="{FF2B5EF4-FFF2-40B4-BE49-F238E27FC236}">
                <a16:creationId xmlns:a16="http://schemas.microsoft.com/office/drawing/2014/main" id="{EF1E2C06-C49E-A5AA-07A3-D134EFA3D29E}"/>
              </a:ext>
              <a:ext uri="{C183D7F6-B498-43B3-948B-1728B52AA6E4}">
                <adec:decorative xmlns:adec="http://schemas.microsoft.com/office/drawing/2017/decorative" val="1"/>
              </a:ext>
            </a:extLst>
          </p:cNvPr>
          <p:cNvSpPr/>
          <p:nvPr userDrawn="1"/>
        </p:nvSpPr>
        <p:spPr>
          <a:xfrm>
            <a:off x="11119516" y="896046"/>
            <a:ext cx="1070775" cy="5077717"/>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Rectangle 11">
            <a:extLst>
              <a:ext uri="{FF2B5EF4-FFF2-40B4-BE49-F238E27FC236}">
                <a16:creationId xmlns:a16="http://schemas.microsoft.com/office/drawing/2014/main" id="{22BA39D8-E4F7-CD36-B80A-49D228C0FCA3}"/>
              </a:ext>
              <a:ext uri="{C183D7F6-B498-43B3-948B-1728B52AA6E4}">
                <adec:decorative xmlns:adec="http://schemas.microsoft.com/office/drawing/2017/decorative" val="1"/>
              </a:ext>
            </a:extLst>
          </p:cNvPr>
          <p:cNvSpPr/>
          <p:nvPr userDrawn="1"/>
        </p:nvSpPr>
        <p:spPr>
          <a:xfrm>
            <a:off x="11119516" y="0"/>
            <a:ext cx="1070775" cy="82568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Rectangle 12">
            <a:extLst>
              <a:ext uri="{FF2B5EF4-FFF2-40B4-BE49-F238E27FC236}">
                <a16:creationId xmlns:a16="http://schemas.microsoft.com/office/drawing/2014/main" id="{A06F4721-4B2C-0638-8409-054F6738EAFD}"/>
              </a:ext>
              <a:ext uri="{C183D7F6-B498-43B3-948B-1728B52AA6E4}">
                <adec:decorative xmlns:adec="http://schemas.microsoft.com/office/drawing/2017/decorative" val="1"/>
              </a:ext>
            </a:extLst>
          </p:cNvPr>
          <p:cNvSpPr/>
          <p:nvPr userDrawn="1"/>
        </p:nvSpPr>
        <p:spPr>
          <a:xfrm>
            <a:off x="11119515" y="6027421"/>
            <a:ext cx="1070775" cy="83058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3457894789"/>
      </p:ext>
    </p:extLst>
  </p:cSld>
  <p:clrMapOvr>
    <a:masterClrMapping/>
  </p:clrMapOvr>
  <p:extLst>
    <p:ext uri="{DCECCB84-F9BA-43D5-87BE-67443E8EF086}">
      <p15:sldGuideLst xmlns:p15="http://schemas.microsoft.com/office/powerpoint/2012/main"/>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bg>
      <p:bgPr>
        <a:solidFill>
          <a:schemeClr val="bg2"/>
        </a:solidFill>
        <a:effectLst/>
      </p:bgPr>
    </p:bg>
    <p:spTree>
      <p:nvGrpSpPr>
        <p:cNvPr id="1" name=""/>
        <p:cNvGrpSpPr/>
        <p:nvPr/>
      </p:nvGrpSpPr>
      <p:grpSpPr>
        <a:xfrm>
          <a:off x="0" y="0"/>
          <a:ext cx="0" cy="0"/>
          <a:chOff x="0" y="0"/>
          <a:chExt cx="0" cy="0"/>
        </a:xfrm>
      </p:grpSpPr>
      <p:sp>
        <p:nvSpPr>
          <p:cNvPr id="5" name="Date Placeholder 4">
            <a:extLst>
              <a:ext uri="{FF2B5EF4-FFF2-40B4-BE49-F238E27FC236}">
                <a16:creationId xmlns:a16="http://schemas.microsoft.com/office/drawing/2014/main" id="{C7CF41D3-C6B9-4E99-9321-87C4E2168F46}"/>
              </a:ext>
            </a:extLst>
          </p:cNvPr>
          <p:cNvSpPr>
            <a:spLocks noGrp="1"/>
          </p:cNvSpPr>
          <p:nvPr>
            <p:ph type="dt" sz="half" idx="10"/>
          </p:nvPr>
        </p:nvSpPr>
        <p:spPr/>
        <p:txBody>
          <a:bodyPr/>
          <a:lstStyle/>
          <a:p>
            <a:r>
              <a:rPr lang="en-US"/>
              <a:t>9/8/20XX</a:t>
            </a:r>
            <a:endParaRPr lang="en-US" dirty="0"/>
          </a:p>
        </p:txBody>
      </p:sp>
      <p:sp>
        <p:nvSpPr>
          <p:cNvPr id="6" name="Footer Placeholder 5">
            <a:extLst>
              <a:ext uri="{FF2B5EF4-FFF2-40B4-BE49-F238E27FC236}">
                <a16:creationId xmlns:a16="http://schemas.microsoft.com/office/drawing/2014/main" id="{8B5BC6EB-07B1-46AF-AC33-E998BC6AA433}"/>
              </a:ext>
            </a:extLst>
          </p:cNvPr>
          <p:cNvSpPr>
            <a:spLocks noGrp="1"/>
          </p:cNvSpPr>
          <p:nvPr>
            <p:ph type="ftr" sz="quarter" idx="11"/>
          </p:nvPr>
        </p:nvSpPr>
        <p:spPr/>
        <p:txBody>
          <a:bodyPr/>
          <a:lstStyle/>
          <a:p>
            <a:r>
              <a:rPr lang="en-US"/>
              <a:t>Presentation Title</a:t>
            </a:r>
            <a:endParaRPr lang="en-US" dirty="0"/>
          </a:p>
        </p:txBody>
      </p:sp>
      <p:sp>
        <p:nvSpPr>
          <p:cNvPr id="7" name="Slide Number Placeholder 6">
            <a:extLst>
              <a:ext uri="{FF2B5EF4-FFF2-40B4-BE49-F238E27FC236}">
                <a16:creationId xmlns:a16="http://schemas.microsoft.com/office/drawing/2014/main" id="{73E3A0C1-6562-4819-9E88-4C1378FD5DE4}"/>
              </a:ext>
            </a:extLst>
          </p:cNvPr>
          <p:cNvSpPr>
            <a:spLocks noGrp="1"/>
          </p:cNvSpPr>
          <p:nvPr>
            <p:ph type="sldNum" sz="quarter" idx="12"/>
          </p:nvPr>
        </p:nvSpPr>
        <p:spPr/>
        <p:txBody>
          <a:bodyPr/>
          <a:lstStyle/>
          <a:p>
            <a:fld id="{FAEF9944-A4F6-4C59-AEBD-678D6480B8EA}" type="slidenum">
              <a:rPr lang="en-US" smtClean="0"/>
              <a:pPr/>
              <a:t>‹#›</a:t>
            </a:fld>
            <a:endParaRPr lang="en-US" dirty="0"/>
          </a:p>
        </p:txBody>
      </p:sp>
    </p:spTree>
    <p:extLst>
      <p:ext uri="{BB962C8B-B14F-4D97-AF65-F5344CB8AC3E}">
        <p14:creationId xmlns:p14="http://schemas.microsoft.com/office/powerpoint/2010/main" val="2938225541"/>
      </p:ext>
    </p:extLst>
  </p:cSld>
  <p:clrMapOvr>
    <a:masterClrMapping/>
  </p:clrMapOvr>
  <p:hf sldNum="0" hdr="0" ftr="0" dt="0"/>
  <p:extLst>
    <p:ext uri="{DCECCB84-F9BA-43D5-87BE-67443E8EF086}">
      <p15:sldGuideLst xmlns:p15="http://schemas.microsoft.com/office/powerpoint/2012/main">
        <p15:guide id="1" pos="540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7ACA29BA-0143-49FF-8608-DB1623D99537}"/>
              </a:ext>
            </a:extLst>
          </p:cNvPr>
          <p:cNvSpPr/>
          <p:nvPr/>
        </p:nvSpPr>
        <p:spPr>
          <a:xfrm>
            <a:off x="0" y="0"/>
            <a:ext cx="8248592" cy="6858000"/>
          </a:xfrm>
          <a:prstGeom prst="rect">
            <a:avLst/>
          </a:prstGeom>
          <a:solidFill>
            <a:schemeClr val="bg1">
              <a:alpha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8753015" y="640079"/>
            <a:ext cx="2796066" cy="2551751"/>
          </a:xfrm>
        </p:spPr>
        <p:txBody>
          <a:bodyPr anchor="b">
            <a:normAutofit/>
          </a:bodyPr>
          <a:lstStyle>
            <a:lvl1pPr algn="l">
              <a:lnSpc>
                <a:spcPct val="135000"/>
              </a:lnSpc>
              <a:defRPr sz="3200"/>
            </a:lvl1pPr>
          </a:lstStyle>
          <a:p>
            <a:r>
              <a:rPr lang="en-US"/>
              <a:t>Click to edit Master title style</a:t>
            </a:r>
            <a:endParaRPr lang="en-US" dirty="0"/>
          </a:p>
        </p:txBody>
      </p:sp>
      <p:sp>
        <p:nvSpPr>
          <p:cNvPr id="3" name="Content Placeholder 2"/>
          <p:cNvSpPr>
            <a:spLocks noGrp="1"/>
          </p:cNvSpPr>
          <p:nvPr>
            <p:ph idx="1"/>
          </p:nvPr>
        </p:nvSpPr>
        <p:spPr>
          <a:xfrm>
            <a:off x="638818" y="640078"/>
            <a:ext cx="6969693" cy="5455921"/>
          </a:xfrm>
        </p:spPr>
        <p:txBody>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hasCustomPrompt="1"/>
          </p:nvPr>
        </p:nvSpPr>
        <p:spPr>
          <a:xfrm>
            <a:off x="8753015" y="3223803"/>
            <a:ext cx="2796066" cy="2872197"/>
          </a:xfrm>
        </p:spPr>
        <p:txBody>
          <a:bodyPr anchor="t">
            <a:normAutofit/>
          </a:bodyPr>
          <a:lstStyle>
            <a:lvl1pPr marL="0" indent="0">
              <a:spcBef>
                <a:spcPts val="1400"/>
              </a:spcBef>
              <a:buNone/>
              <a:defRPr sz="1800" b="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Edit Master text styles</a:t>
            </a:r>
          </a:p>
        </p:txBody>
      </p:sp>
      <p:sp>
        <p:nvSpPr>
          <p:cNvPr id="9" name="Rectangle 8">
            <a:extLst>
              <a:ext uri="{FF2B5EF4-FFF2-40B4-BE49-F238E27FC236}">
                <a16:creationId xmlns:a16="http://schemas.microsoft.com/office/drawing/2014/main" id="{3010CF18-370D-4E80-AE4C-396FFDFCAE5D}"/>
              </a:ext>
            </a:extLst>
          </p:cNvPr>
          <p:cNvSpPr/>
          <p:nvPr/>
        </p:nvSpPr>
        <p:spPr>
          <a:xfrm rot="5400000">
            <a:off x="4851595" y="3396997"/>
            <a:ext cx="6858002" cy="64008"/>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Date Placeholder 9">
            <a:extLst>
              <a:ext uri="{FF2B5EF4-FFF2-40B4-BE49-F238E27FC236}">
                <a16:creationId xmlns:a16="http://schemas.microsoft.com/office/drawing/2014/main" id="{C5EBFE9C-5A22-4462-9C51-E00C03F55C3D}"/>
              </a:ext>
            </a:extLst>
          </p:cNvPr>
          <p:cNvSpPr>
            <a:spLocks noGrp="1"/>
          </p:cNvSpPr>
          <p:nvPr>
            <p:ph type="dt" sz="half" idx="10"/>
          </p:nvPr>
        </p:nvSpPr>
        <p:spPr>
          <a:xfrm>
            <a:off x="8753015" y="6309360"/>
            <a:ext cx="1734207" cy="457200"/>
          </a:xfrm>
        </p:spPr>
        <p:txBody>
          <a:bodyPr/>
          <a:lstStyle>
            <a:lvl1pPr algn="l">
              <a:defRPr/>
            </a:lvl1pPr>
          </a:lstStyle>
          <a:p>
            <a:r>
              <a:rPr lang="en-US"/>
              <a:t>9/8/20XX</a:t>
            </a:r>
            <a:endParaRPr lang="en-US" dirty="0"/>
          </a:p>
        </p:txBody>
      </p:sp>
      <p:sp>
        <p:nvSpPr>
          <p:cNvPr id="11" name="Footer Placeholder 10">
            <a:extLst>
              <a:ext uri="{FF2B5EF4-FFF2-40B4-BE49-F238E27FC236}">
                <a16:creationId xmlns:a16="http://schemas.microsoft.com/office/drawing/2014/main" id="{2EBBFF2E-AA66-4B76-9139-CB000B5A45D5}"/>
              </a:ext>
            </a:extLst>
          </p:cNvPr>
          <p:cNvSpPr>
            <a:spLocks noGrp="1"/>
          </p:cNvSpPr>
          <p:nvPr>
            <p:ph type="ftr" sz="quarter" idx="11"/>
          </p:nvPr>
        </p:nvSpPr>
        <p:spPr>
          <a:xfrm>
            <a:off x="638818" y="6309360"/>
            <a:ext cx="6993867" cy="457200"/>
          </a:xfrm>
        </p:spPr>
        <p:txBody>
          <a:bodyPr/>
          <a:lstStyle/>
          <a:p>
            <a:r>
              <a:rPr lang="en-US"/>
              <a:t>Presentation Title</a:t>
            </a:r>
            <a:endParaRPr lang="en-US" dirty="0"/>
          </a:p>
        </p:txBody>
      </p:sp>
      <p:sp>
        <p:nvSpPr>
          <p:cNvPr id="12" name="Slide Number Placeholder 11">
            <a:extLst>
              <a:ext uri="{FF2B5EF4-FFF2-40B4-BE49-F238E27FC236}">
                <a16:creationId xmlns:a16="http://schemas.microsoft.com/office/drawing/2014/main" id="{A44F64C4-BF20-4F6B-B650-57C71C828A68}"/>
              </a:ext>
            </a:extLst>
          </p:cNvPr>
          <p:cNvSpPr>
            <a:spLocks noGrp="1"/>
          </p:cNvSpPr>
          <p:nvPr>
            <p:ph type="sldNum" sz="quarter" idx="12"/>
          </p:nvPr>
        </p:nvSpPr>
        <p:spPr/>
        <p:txBody>
          <a:bodyPr/>
          <a:lstStyle/>
          <a:p>
            <a:fld id="{FAEF9944-A4F6-4C59-AEBD-678D6480B8EA}" type="slidenum">
              <a:rPr lang="en-US" smtClean="0"/>
              <a:pPr/>
              <a:t>‹#›</a:t>
            </a:fld>
            <a:endParaRPr lang="en-US" dirty="0"/>
          </a:p>
        </p:txBody>
      </p:sp>
    </p:spTree>
    <p:extLst>
      <p:ext uri="{BB962C8B-B14F-4D97-AF65-F5344CB8AC3E}">
        <p14:creationId xmlns:p14="http://schemas.microsoft.com/office/powerpoint/2010/main" val="3804140893"/>
      </p:ext>
    </p:extLst>
  </p:cSld>
  <p:clrMapOvr>
    <a:masterClrMapping/>
  </p:clrMapOvr>
  <p:hf sldNum="0" hdr="0" ftr="0" dt="0"/>
  <p:extLst>
    <p:ext uri="{DCECCB84-F9BA-43D5-87BE-67443E8EF086}">
      <p15:sldGuideLst xmlns:p15="http://schemas.microsoft.com/office/powerpoint/2012/main">
        <p15:guide id="1" pos="5400">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834996" y="640079"/>
            <a:ext cx="2714085" cy="2695903"/>
          </a:xfrm>
        </p:spPr>
        <p:txBody>
          <a:bodyPr anchor="b">
            <a:noAutofit/>
          </a:bodyPr>
          <a:lstStyle>
            <a:lvl1pPr algn="l">
              <a:lnSpc>
                <a:spcPct val="104000"/>
              </a:lnSpc>
              <a:defRPr sz="3400"/>
            </a:lvl1pPr>
          </a:lstStyle>
          <a:p>
            <a:r>
              <a:rPr lang="en-US"/>
              <a:t>Click to edit Master title style</a:t>
            </a:r>
            <a:endParaRPr lang="en-US" dirty="0"/>
          </a:p>
        </p:txBody>
      </p:sp>
      <p:sp>
        <p:nvSpPr>
          <p:cNvPr id="3" name="Picture Placeholder 2"/>
          <p:cNvSpPr>
            <a:spLocks noGrp="1" noChangeAspect="1"/>
          </p:cNvSpPr>
          <p:nvPr>
            <p:ph type="pic" idx="1"/>
          </p:nvPr>
        </p:nvSpPr>
        <p:spPr>
          <a:xfrm>
            <a:off x="0" y="0"/>
            <a:ext cx="8248592" cy="6857999"/>
          </a:xfrm>
          <a:solidFill>
            <a:schemeClr val="bg2">
              <a:lumMod val="90000"/>
            </a:schemeClr>
          </a:solidFill>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hasCustomPrompt="1"/>
          </p:nvPr>
        </p:nvSpPr>
        <p:spPr>
          <a:xfrm>
            <a:off x="8834996" y="3429000"/>
            <a:ext cx="2714085" cy="2508026"/>
          </a:xfrm>
        </p:spPr>
        <p:txBody>
          <a:bodyPr anchor="t">
            <a:normAutofit/>
          </a:bodyPr>
          <a:lstStyle>
            <a:lvl1pPr marL="0" indent="0">
              <a:spcBef>
                <a:spcPts val="1400"/>
              </a:spcBef>
              <a:buNone/>
              <a:defRPr sz="1800" b="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Edit Master text styles</a:t>
            </a:r>
          </a:p>
        </p:txBody>
      </p:sp>
      <p:sp>
        <p:nvSpPr>
          <p:cNvPr id="9" name="Rectangle 8">
            <a:extLst>
              <a:ext uri="{FF2B5EF4-FFF2-40B4-BE49-F238E27FC236}">
                <a16:creationId xmlns:a16="http://schemas.microsoft.com/office/drawing/2014/main" id="{90949BC8-9ABF-49F6-851C-5DB0B86CA70D}"/>
              </a:ext>
            </a:extLst>
          </p:cNvPr>
          <p:cNvSpPr/>
          <p:nvPr/>
        </p:nvSpPr>
        <p:spPr>
          <a:xfrm rot="5400000">
            <a:off x="4851595" y="3396997"/>
            <a:ext cx="6858002" cy="64008"/>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Date Placeholder 4">
            <a:extLst>
              <a:ext uri="{FF2B5EF4-FFF2-40B4-BE49-F238E27FC236}">
                <a16:creationId xmlns:a16="http://schemas.microsoft.com/office/drawing/2014/main" id="{04E1EE21-E3FA-4D43-B224-C664959637B0}"/>
              </a:ext>
            </a:extLst>
          </p:cNvPr>
          <p:cNvSpPr>
            <a:spLocks noGrp="1"/>
          </p:cNvSpPr>
          <p:nvPr>
            <p:ph type="dt" sz="half" idx="10"/>
          </p:nvPr>
        </p:nvSpPr>
        <p:spPr>
          <a:xfrm>
            <a:off x="8834997" y="6309360"/>
            <a:ext cx="1645920" cy="457200"/>
          </a:xfrm>
        </p:spPr>
        <p:txBody>
          <a:bodyPr/>
          <a:lstStyle/>
          <a:p>
            <a:r>
              <a:rPr lang="en-US"/>
              <a:t>9/8/20XX</a:t>
            </a:r>
            <a:endParaRPr lang="en-US" dirty="0"/>
          </a:p>
        </p:txBody>
      </p:sp>
      <p:sp>
        <p:nvSpPr>
          <p:cNvPr id="7" name="Slide Number Placeholder 6">
            <a:extLst>
              <a:ext uri="{FF2B5EF4-FFF2-40B4-BE49-F238E27FC236}">
                <a16:creationId xmlns:a16="http://schemas.microsoft.com/office/drawing/2014/main" id="{A32D7F83-8993-4ED4-9F02-663CC085052F}"/>
              </a:ext>
            </a:extLst>
          </p:cNvPr>
          <p:cNvSpPr>
            <a:spLocks noGrp="1"/>
          </p:cNvSpPr>
          <p:nvPr>
            <p:ph type="sldNum" sz="quarter" idx="12"/>
          </p:nvPr>
        </p:nvSpPr>
        <p:spPr/>
        <p:txBody>
          <a:bodyPr/>
          <a:lstStyle/>
          <a:p>
            <a:fld id="{FAEF9944-A4F6-4C59-AEBD-678D6480B8EA}" type="slidenum">
              <a:rPr lang="en-US" smtClean="0"/>
              <a:pPr/>
              <a:t>‹#›</a:t>
            </a:fld>
            <a:endParaRPr lang="en-US" dirty="0"/>
          </a:p>
        </p:txBody>
      </p:sp>
      <p:sp>
        <p:nvSpPr>
          <p:cNvPr id="6" name="Footer Placeholder 5">
            <a:extLst>
              <a:ext uri="{FF2B5EF4-FFF2-40B4-BE49-F238E27FC236}">
                <a16:creationId xmlns:a16="http://schemas.microsoft.com/office/drawing/2014/main" id="{8E3678B7-E511-4CE1-BEE5-89E959B9BFD6}"/>
              </a:ext>
            </a:extLst>
          </p:cNvPr>
          <p:cNvSpPr>
            <a:spLocks noGrp="1"/>
          </p:cNvSpPr>
          <p:nvPr>
            <p:ph type="ftr" sz="quarter" idx="11"/>
          </p:nvPr>
        </p:nvSpPr>
        <p:spPr>
          <a:xfrm>
            <a:off x="640080" y="6309360"/>
            <a:ext cx="4946592" cy="457200"/>
          </a:xfrm>
        </p:spPr>
        <p:txBody>
          <a:bodyPr/>
          <a:lstStyle>
            <a:lvl1pPr>
              <a:defRPr>
                <a:solidFill>
                  <a:srgbClr val="FFFFFF"/>
                </a:solidFill>
                <a:effectLst>
                  <a:outerShdw blurRad="50800" dist="38100" dir="2700000" algn="tl" rotWithShape="0">
                    <a:prstClr val="black">
                      <a:alpha val="43000"/>
                    </a:prstClr>
                  </a:outerShdw>
                </a:effectLst>
              </a:defRPr>
            </a:lvl1pPr>
          </a:lstStyle>
          <a:p>
            <a:r>
              <a:rPr lang="en-US"/>
              <a:t>Presentation Title</a:t>
            </a:r>
            <a:endParaRPr lang="en-US" dirty="0"/>
          </a:p>
        </p:txBody>
      </p:sp>
    </p:spTree>
    <p:extLst>
      <p:ext uri="{BB962C8B-B14F-4D97-AF65-F5344CB8AC3E}">
        <p14:creationId xmlns:p14="http://schemas.microsoft.com/office/powerpoint/2010/main" val="1370631964"/>
      </p:ext>
    </p:extLst>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r>
              <a:rPr lang="en-US"/>
              <a:t>9/8/20XX</a:t>
            </a:r>
            <a:endParaRPr lang="en-US" dirty="0"/>
          </a:p>
        </p:txBody>
      </p:sp>
      <p:sp>
        <p:nvSpPr>
          <p:cNvPr id="5" name="Footer Placeholder 4"/>
          <p:cNvSpPr>
            <a:spLocks noGrp="1"/>
          </p:cNvSpPr>
          <p:nvPr>
            <p:ph type="ftr" sz="quarter" idx="11"/>
          </p:nvPr>
        </p:nvSpPr>
        <p:spPr/>
        <p:txBody>
          <a:bodyPr/>
          <a:lstStyle/>
          <a:p>
            <a:r>
              <a:rPr lang="en-US"/>
              <a:t>Presentation Title</a:t>
            </a:r>
            <a:endParaRPr lang="en-US" dirty="0"/>
          </a:p>
        </p:txBody>
      </p:sp>
      <p:sp>
        <p:nvSpPr>
          <p:cNvPr id="6" name="Slide Number Placeholder 5"/>
          <p:cNvSpPr>
            <a:spLocks noGrp="1"/>
          </p:cNvSpPr>
          <p:nvPr>
            <p:ph type="sldNum" sz="quarter" idx="12"/>
          </p:nvPr>
        </p:nvSpPr>
        <p:spPr/>
        <p:txBody>
          <a:bodyPr/>
          <a:lstStyle/>
          <a:p>
            <a:fld id="{FAEF9944-A4F6-4C59-AEBD-678D6480B8EA}" type="slidenum">
              <a:rPr lang="en-US" smtClean="0"/>
              <a:pPr/>
              <a:t>‹#›</a:t>
            </a:fld>
            <a:endParaRPr lang="en-US" dirty="0"/>
          </a:p>
        </p:txBody>
      </p:sp>
    </p:spTree>
    <p:extLst>
      <p:ext uri="{BB962C8B-B14F-4D97-AF65-F5344CB8AC3E}">
        <p14:creationId xmlns:p14="http://schemas.microsoft.com/office/powerpoint/2010/main" val="3335236537"/>
      </p:ext>
    </p:extLst>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277965" y="507037"/>
            <a:ext cx="1571626" cy="5339932"/>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2933700" y="524373"/>
            <a:ext cx="5959577" cy="5322596"/>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9277965" y="6296615"/>
            <a:ext cx="2505996" cy="365125"/>
          </a:xfrm>
        </p:spPr>
        <p:txBody>
          <a:bodyPr/>
          <a:lstStyle/>
          <a:p>
            <a:r>
              <a:rPr lang="en-US"/>
              <a:t>9/8/20XX</a:t>
            </a:r>
            <a:endParaRPr lang="en-US" dirty="0"/>
          </a:p>
        </p:txBody>
      </p:sp>
      <p:sp>
        <p:nvSpPr>
          <p:cNvPr id="5" name="Footer Placeholder 4"/>
          <p:cNvSpPr>
            <a:spLocks noGrp="1"/>
          </p:cNvSpPr>
          <p:nvPr>
            <p:ph type="ftr" sz="quarter" idx="11"/>
          </p:nvPr>
        </p:nvSpPr>
        <p:spPr>
          <a:xfrm>
            <a:off x="2933699" y="6296615"/>
            <a:ext cx="5959577" cy="365125"/>
          </a:xfrm>
        </p:spPr>
        <p:txBody>
          <a:bodyPr/>
          <a:lstStyle/>
          <a:p>
            <a:r>
              <a:rPr lang="en-US"/>
              <a:t>Presentation Title</a:t>
            </a:r>
            <a:endParaRPr lang="en-US" dirty="0"/>
          </a:p>
        </p:txBody>
      </p:sp>
      <p:sp>
        <p:nvSpPr>
          <p:cNvPr id="6" name="Slide Number Placeholder 5"/>
          <p:cNvSpPr>
            <a:spLocks noGrp="1"/>
          </p:cNvSpPr>
          <p:nvPr>
            <p:ph type="sldNum" sz="quarter" idx="12"/>
          </p:nvPr>
        </p:nvSpPr>
        <p:spPr>
          <a:xfrm rot="5400000">
            <a:off x="8734643" y="2853201"/>
            <a:ext cx="5383267" cy="604269"/>
          </a:xfrm>
        </p:spPr>
        <p:txBody>
          <a:bodyPr/>
          <a:lstStyle>
            <a:lvl1pPr algn="l">
              <a:defRPr/>
            </a:lvl1pPr>
          </a:lstStyle>
          <a:p>
            <a:fld id="{FAEF9944-A4F6-4C59-AEBD-678D6480B8EA}" type="slidenum">
              <a:rPr lang="en-US" smtClean="0"/>
              <a:pPr/>
              <a:t>‹#›</a:t>
            </a:fld>
            <a:endParaRPr lang="en-US" dirty="0"/>
          </a:p>
        </p:txBody>
      </p:sp>
      <p:cxnSp>
        <p:nvCxnSpPr>
          <p:cNvPr id="7" name="Straight Connector 6" title="Rule Line">
            <a:extLst>
              <a:ext uri="{FF2B5EF4-FFF2-40B4-BE49-F238E27FC236}">
                <a16:creationId xmlns:a16="http://schemas.microsoft.com/office/drawing/2014/main" id="{A1005B08-D2D4-455C-AA62-1200E43E7AF9}"/>
              </a:ext>
            </a:extLst>
          </p:cNvPr>
          <p:cNvCxnSpPr/>
          <p:nvPr/>
        </p:nvCxnSpPr>
        <p:spPr>
          <a:xfrm>
            <a:off x="9111582" y="571502"/>
            <a:ext cx="0" cy="5275467"/>
          </a:xfrm>
          <a:prstGeom prst="line">
            <a:avLst/>
          </a:prstGeom>
          <a:ln w="38100">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632215722"/>
      </p:ext>
    </p:extLst>
  </p:cSld>
  <p:clrMapOvr>
    <a:masterClrMapping/>
  </p:clrMapOvr>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Content 3">
    <p:spTree>
      <p:nvGrpSpPr>
        <p:cNvPr id="1" name=""/>
        <p:cNvGrpSpPr/>
        <p:nvPr/>
      </p:nvGrpSpPr>
      <p:grpSpPr>
        <a:xfrm>
          <a:off x="0" y="0"/>
          <a:ext cx="0" cy="0"/>
          <a:chOff x="0" y="0"/>
          <a:chExt cx="0" cy="0"/>
        </a:xfrm>
      </p:grpSpPr>
      <p:sp useBgFill="1">
        <p:nvSpPr>
          <p:cNvPr id="7" name="Rectangle 6">
            <a:extLst>
              <a:ext uri="{FF2B5EF4-FFF2-40B4-BE49-F238E27FC236}">
                <a16:creationId xmlns:a16="http://schemas.microsoft.com/office/drawing/2014/main" id="{BF5F5DFA-1BC3-4062-9356-6145C9F7CD56}"/>
              </a:ext>
              <a:ext uri="{C183D7F6-B498-43B3-948B-1728B52AA6E4}">
                <adec:decorative xmlns:adec="http://schemas.microsoft.com/office/drawing/2017/decorative" val="1"/>
              </a:ext>
            </a:extLst>
          </p:cNvPr>
          <p:cNvSpPr/>
          <p:nvPr userDrawn="1"/>
        </p:nvSpPr>
        <p:spPr>
          <a:xfrm>
            <a:off x="0" y="0"/>
            <a:ext cx="12192001"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Rectangle 7">
            <a:extLst>
              <a:ext uri="{FF2B5EF4-FFF2-40B4-BE49-F238E27FC236}">
                <a16:creationId xmlns:a16="http://schemas.microsoft.com/office/drawing/2014/main" id="{E6B5D461-AEC0-477F-A77A-6227F95A8374}"/>
              </a:ext>
              <a:ext uri="{C183D7F6-B498-43B3-948B-1728B52AA6E4}">
                <adec:decorative xmlns:adec="http://schemas.microsoft.com/office/drawing/2017/decorative" val="1"/>
              </a:ext>
            </a:extLst>
          </p:cNvPr>
          <p:cNvSpPr/>
          <p:nvPr userDrawn="1"/>
        </p:nvSpPr>
        <p:spPr>
          <a:xfrm>
            <a:off x="8175813" y="0"/>
            <a:ext cx="4016188" cy="1056542"/>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Rectangle 9">
            <a:extLst>
              <a:ext uri="{FF2B5EF4-FFF2-40B4-BE49-F238E27FC236}">
                <a16:creationId xmlns:a16="http://schemas.microsoft.com/office/drawing/2014/main" id="{DE1A041D-DE47-45FA-AC78-CC7FD02571F2}"/>
              </a:ext>
              <a:ext uri="{C183D7F6-B498-43B3-948B-1728B52AA6E4}">
                <adec:decorative xmlns:adec="http://schemas.microsoft.com/office/drawing/2017/decorative" val="1"/>
              </a:ext>
            </a:extLst>
          </p:cNvPr>
          <p:cNvSpPr/>
          <p:nvPr userDrawn="1"/>
        </p:nvSpPr>
        <p:spPr>
          <a:xfrm>
            <a:off x="1525" y="1031500"/>
            <a:ext cx="12188951" cy="64008"/>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Rectangle 10">
            <a:extLst>
              <a:ext uri="{FF2B5EF4-FFF2-40B4-BE49-F238E27FC236}">
                <a16:creationId xmlns:a16="http://schemas.microsoft.com/office/drawing/2014/main" id="{11614254-52EF-4F58-99B1-CDA7C39223C1}"/>
              </a:ext>
              <a:ext uri="{C183D7F6-B498-43B3-948B-1728B52AA6E4}">
                <adec:decorative xmlns:adec="http://schemas.microsoft.com/office/drawing/2017/decorative" val="1"/>
              </a:ext>
            </a:extLst>
          </p:cNvPr>
          <p:cNvSpPr/>
          <p:nvPr userDrawn="1"/>
        </p:nvSpPr>
        <p:spPr>
          <a:xfrm>
            <a:off x="-9134" y="1095508"/>
            <a:ext cx="8203482" cy="5016893"/>
          </a:xfrm>
          <a:prstGeom prst="rect">
            <a:avLst/>
          </a:prstGeom>
          <a:solidFill>
            <a:schemeClr val="bg1">
              <a:alpha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Title 1">
            <a:extLst>
              <a:ext uri="{FF2B5EF4-FFF2-40B4-BE49-F238E27FC236}">
                <a16:creationId xmlns:a16="http://schemas.microsoft.com/office/drawing/2014/main" id="{BD3B3ABA-0408-41EA-935D-D4F4586AA840}"/>
              </a:ext>
            </a:extLst>
          </p:cNvPr>
          <p:cNvSpPr>
            <a:spLocks noGrp="1"/>
          </p:cNvSpPr>
          <p:nvPr>
            <p:ph type="title" hasCustomPrompt="1"/>
          </p:nvPr>
        </p:nvSpPr>
        <p:spPr>
          <a:xfrm>
            <a:off x="787178" y="1361923"/>
            <a:ext cx="6623040" cy="1421898"/>
          </a:xfrm>
        </p:spPr>
        <p:txBody>
          <a:bodyPr anchor="b" anchorCtr="0">
            <a:noAutofit/>
          </a:bodyPr>
          <a:lstStyle>
            <a:lvl1pPr>
              <a:lnSpc>
                <a:spcPct val="100000"/>
              </a:lnSpc>
              <a:defRPr sz="3200"/>
            </a:lvl1pPr>
          </a:lstStyle>
          <a:p>
            <a:r>
              <a:rPr lang="en-US" dirty="0"/>
              <a:t>Click to add title</a:t>
            </a:r>
          </a:p>
        </p:txBody>
      </p:sp>
      <p:sp>
        <p:nvSpPr>
          <p:cNvPr id="3" name="Content Placeholder 2">
            <a:extLst>
              <a:ext uri="{FF2B5EF4-FFF2-40B4-BE49-F238E27FC236}">
                <a16:creationId xmlns:a16="http://schemas.microsoft.com/office/drawing/2014/main" id="{C40EA5BF-04A6-2B17-0703-8419C4DB97FF}"/>
              </a:ext>
            </a:extLst>
          </p:cNvPr>
          <p:cNvSpPr>
            <a:spLocks noGrp="1"/>
          </p:cNvSpPr>
          <p:nvPr>
            <p:ph sz="quarter" idx="14" hasCustomPrompt="1"/>
          </p:nvPr>
        </p:nvSpPr>
        <p:spPr>
          <a:xfrm>
            <a:off x="787399" y="2916772"/>
            <a:ext cx="6622819" cy="2852639"/>
          </a:xfrm>
        </p:spPr>
        <p:txBody>
          <a:bodyPr anchor="t"/>
          <a:lstStyle>
            <a:lvl1pPr marL="0" indent="0">
              <a:lnSpc>
                <a:spcPct val="125000"/>
              </a:lnSpc>
              <a:spcAft>
                <a:spcPts val="600"/>
              </a:spcAft>
              <a:buNone/>
              <a:defRPr sz="2000" b="0"/>
            </a:lvl1pPr>
            <a:lvl2pPr>
              <a:lnSpc>
                <a:spcPct val="125000"/>
              </a:lnSpc>
              <a:spcAft>
                <a:spcPts val="600"/>
              </a:spcAft>
              <a:defRPr/>
            </a:lvl2pPr>
            <a:lvl3pPr>
              <a:lnSpc>
                <a:spcPct val="125000"/>
              </a:lnSpc>
              <a:spcAft>
                <a:spcPts val="600"/>
              </a:spcAft>
              <a:defRPr/>
            </a:lvl3pPr>
            <a:lvl4pPr>
              <a:lnSpc>
                <a:spcPct val="125000"/>
              </a:lnSpc>
              <a:spcAft>
                <a:spcPts val="600"/>
              </a:spcAft>
              <a:defRPr/>
            </a:lvl4pPr>
            <a:lvl5pPr>
              <a:lnSpc>
                <a:spcPct val="125000"/>
              </a:lnSpc>
              <a:spcAft>
                <a:spcPts val="600"/>
              </a:spcAft>
              <a:defRPr/>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4" name="Rectangle 13">
            <a:extLst>
              <a:ext uri="{FF2B5EF4-FFF2-40B4-BE49-F238E27FC236}">
                <a16:creationId xmlns:a16="http://schemas.microsoft.com/office/drawing/2014/main" id="{1837301C-2B9B-4119-9002-BD6DB2AB87FB}"/>
              </a:ext>
              <a:ext uri="{C183D7F6-B498-43B3-948B-1728B52AA6E4}">
                <adec:decorative xmlns:adec="http://schemas.microsoft.com/office/drawing/2017/decorative" val="1"/>
              </a:ext>
            </a:extLst>
          </p:cNvPr>
          <p:cNvSpPr/>
          <p:nvPr userDrawn="1"/>
        </p:nvSpPr>
        <p:spPr>
          <a:xfrm>
            <a:off x="-1" y="6144405"/>
            <a:ext cx="8150087" cy="713595"/>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5" name="Rectangle 14">
            <a:extLst>
              <a:ext uri="{FF2B5EF4-FFF2-40B4-BE49-F238E27FC236}">
                <a16:creationId xmlns:a16="http://schemas.microsoft.com/office/drawing/2014/main" id="{BD12738D-D0ED-4899-A01C-42439B5B3E64}"/>
              </a:ext>
              <a:ext uri="{C183D7F6-B498-43B3-948B-1728B52AA6E4}">
                <adec:decorative xmlns:adec="http://schemas.microsoft.com/office/drawing/2017/decorative" val="1"/>
              </a:ext>
            </a:extLst>
          </p:cNvPr>
          <p:cNvSpPr/>
          <p:nvPr userDrawn="1"/>
        </p:nvSpPr>
        <p:spPr>
          <a:xfrm>
            <a:off x="8206532" y="6167615"/>
            <a:ext cx="3982418" cy="690385"/>
          </a:xfrm>
          <a:prstGeom prst="rect">
            <a:avLst/>
          </a:prstGeom>
          <a:solidFill>
            <a:schemeClr val="bg1">
              <a:alpha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Rectangle 15">
            <a:extLst>
              <a:ext uri="{FF2B5EF4-FFF2-40B4-BE49-F238E27FC236}">
                <a16:creationId xmlns:a16="http://schemas.microsoft.com/office/drawing/2014/main" id="{5EED261D-45B9-40C1-8341-8B8B796E8AE2}"/>
              </a:ext>
              <a:ext uri="{C183D7F6-B498-43B3-948B-1728B52AA6E4}">
                <adec:decorative xmlns:adec="http://schemas.microsoft.com/office/drawing/2017/decorative" val="1"/>
              </a:ext>
            </a:extLst>
          </p:cNvPr>
          <p:cNvSpPr/>
          <p:nvPr userDrawn="1"/>
        </p:nvSpPr>
        <p:spPr>
          <a:xfrm>
            <a:off x="1525" y="6112401"/>
            <a:ext cx="12188951" cy="64008"/>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Footer Placeholder 7">
            <a:extLst>
              <a:ext uri="{FF2B5EF4-FFF2-40B4-BE49-F238E27FC236}">
                <a16:creationId xmlns:a16="http://schemas.microsoft.com/office/drawing/2014/main" id="{182CF530-D736-4104-8678-850EEDF997E6}"/>
              </a:ext>
            </a:extLst>
          </p:cNvPr>
          <p:cNvSpPr>
            <a:spLocks noGrp="1"/>
          </p:cNvSpPr>
          <p:nvPr>
            <p:ph type="ftr" sz="quarter" idx="11"/>
          </p:nvPr>
        </p:nvSpPr>
        <p:spPr>
          <a:xfrm>
            <a:off x="787178" y="6309360"/>
            <a:ext cx="6623040" cy="457200"/>
          </a:xfrm>
        </p:spPr>
        <p:txBody>
          <a:bodyPr/>
          <a:lstStyle>
            <a:lvl1pPr>
              <a:defRPr>
                <a:solidFill>
                  <a:schemeClr val="bg1"/>
                </a:solidFill>
              </a:defRPr>
            </a:lvl1pPr>
          </a:lstStyle>
          <a:p>
            <a:r>
              <a:rPr lang="en-US" dirty="0"/>
              <a:t>Presentation Title</a:t>
            </a:r>
          </a:p>
        </p:txBody>
      </p:sp>
      <p:sp>
        <p:nvSpPr>
          <p:cNvPr id="19" name="Date Placeholder 5">
            <a:extLst>
              <a:ext uri="{FF2B5EF4-FFF2-40B4-BE49-F238E27FC236}">
                <a16:creationId xmlns:a16="http://schemas.microsoft.com/office/drawing/2014/main" id="{8DEDB7CE-711E-4E43-9450-4C7BECE2FCFC}"/>
              </a:ext>
            </a:extLst>
          </p:cNvPr>
          <p:cNvSpPr>
            <a:spLocks noGrp="1"/>
          </p:cNvSpPr>
          <p:nvPr>
            <p:ph type="dt" sz="half" idx="10"/>
          </p:nvPr>
        </p:nvSpPr>
        <p:spPr>
          <a:xfrm>
            <a:off x="8379537" y="6309360"/>
            <a:ext cx="1885598" cy="457200"/>
          </a:xfrm>
        </p:spPr>
        <p:txBody>
          <a:bodyPr/>
          <a:lstStyle/>
          <a:p>
            <a:r>
              <a:rPr lang="en-US" dirty="0"/>
              <a:t>9/8/20XX</a:t>
            </a:r>
          </a:p>
        </p:txBody>
      </p:sp>
      <p:sp>
        <p:nvSpPr>
          <p:cNvPr id="20" name="Slide Number Placeholder 9">
            <a:extLst>
              <a:ext uri="{FF2B5EF4-FFF2-40B4-BE49-F238E27FC236}">
                <a16:creationId xmlns:a16="http://schemas.microsoft.com/office/drawing/2014/main" id="{F5D9588C-9E6B-42F6-8B42-D18388626ACB}"/>
              </a:ext>
            </a:extLst>
          </p:cNvPr>
          <p:cNvSpPr>
            <a:spLocks noGrp="1"/>
          </p:cNvSpPr>
          <p:nvPr>
            <p:ph type="sldNum" sz="quarter" idx="12"/>
          </p:nvPr>
        </p:nvSpPr>
        <p:spPr>
          <a:xfrm>
            <a:off x="10569202" y="6309360"/>
            <a:ext cx="979879" cy="457200"/>
          </a:xfrm>
        </p:spPr>
        <p:txBody>
          <a:bodyPr/>
          <a:lstStyle>
            <a:lvl1pPr>
              <a:defRPr sz="1200" b="0"/>
            </a:lvl1pPr>
          </a:lstStyle>
          <a:p>
            <a:fld id="{FAEF9944-A4F6-4C59-AEBD-678D6480B8EA}" type="slidenum">
              <a:rPr lang="en-US" smtClean="0"/>
              <a:pPr/>
              <a:t>‹#›</a:t>
            </a:fld>
            <a:endParaRPr lang="en-US" dirty="0"/>
          </a:p>
        </p:txBody>
      </p:sp>
      <p:sp>
        <p:nvSpPr>
          <p:cNvPr id="18" name="Rectangle 17">
            <a:extLst>
              <a:ext uri="{FF2B5EF4-FFF2-40B4-BE49-F238E27FC236}">
                <a16:creationId xmlns:a16="http://schemas.microsoft.com/office/drawing/2014/main" id="{3E23953F-BF80-48E0-8282-62907D6C29C6}"/>
              </a:ext>
              <a:ext uri="{C183D7F6-B498-43B3-948B-1728B52AA6E4}">
                <adec:decorative xmlns:adec="http://schemas.microsoft.com/office/drawing/2017/decorative" val="1"/>
              </a:ext>
            </a:extLst>
          </p:cNvPr>
          <p:cNvSpPr/>
          <p:nvPr userDrawn="1"/>
        </p:nvSpPr>
        <p:spPr>
          <a:xfrm>
            <a:off x="8142523" y="0"/>
            <a:ext cx="64008"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Rectangle 1">
            <a:extLst>
              <a:ext uri="{FF2B5EF4-FFF2-40B4-BE49-F238E27FC236}">
                <a16:creationId xmlns:a16="http://schemas.microsoft.com/office/drawing/2014/main" id="{BD79D74E-6357-D3E7-30C0-09B4B82BA321}"/>
              </a:ext>
              <a:ext uri="{C183D7F6-B498-43B3-948B-1728B52AA6E4}">
                <adec:decorative xmlns:adec="http://schemas.microsoft.com/office/drawing/2017/decorative" val="1"/>
              </a:ext>
            </a:extLst>
          </p:cNvPr>
          <p:cNvSpPr/>
          <p:nvPr userDrawn="1"/>
        </p:nvSpPr>
        <p:spPr>
          <a:xfrm>
            <a:off x="8203482" y="1095507"/>
            <a:ext cx="3997653" cy="501689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420753428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Two Content 2">
    <p:spTree>
      <p:nvGrpSpPr>
        <p:cNvPr id="1" name=""/>
        <p:cNvGrpSpPr/>
        <p:nvPr/>
      </p:nvGrpSpPr>
      <p:grpSpPr>
        <a:xfrm>
          <a:off x="0" y="0"/>
          <a:ext cx="0" cy="0"/>
          <a:chOff x="0" y="0"/>
          <a:chExt cx="0" cy="0"/>
        </a:xfrm>
      </p:grpSpPr>
      <p:sp useBgFill="1">
        <p:nvSpPr>
          <p:cNvPr id="6" name="Rectangle 5">
            <a:extLst>
              <a:ext uri="{FF2B5EF4-FFF2-40B4-BE49-F238E27FC236}">
                <a16:creationId xmlns:a16="http://schemas.microsoft.com/office/drawing/2014/main" id="{2DF88512-9E62-4695-B350-39488566A1F7}"/>
              </a:ext>
              <a:ext uri="{C183D7F6-B498-43B3-948B-1728B52AA6E4}">
                <adec:decorative xmlns:adec="http://schemas.microsoft.com/office/drawing/2017/decorative" val="1"/>
              </a:ext>
            </a:extLst>
          </p:cNvPr>
          <p:cNvSpPr/>
          <p:nvPr userDrawn="1"/>
        </p:nvSpPr>
        <p:spPr>
          <a:xfrm>
            <a:off x="0" y="0"/>
            <a:ext cx="12192001"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Rectangle 6">
            <a:extLst>
              <a:ext uri="{FF2B5EF4-FFF2-40B4-BE49-F238E27FC236}">
                <a16:creationId xmlns:a16="http://schemas.microsoft.com/office/drawing/2014/main" id="{18CD596D-95F4-4C5C-A0E7-86D747FE70BE}"/>
              </a:ext>
              <a:ext uri="{C183D7F6-B498-43B3-948B-1728B52AA6E4}">
                <adec:decorative xmlns:adec="http://schemas.microsoft.com/office/drawing/2017/decorative" val="1"/>
              </a:ext>
            </a:extLst>
          </p:cNvPr>
          <p:cNvSpPr/>
          <p:nvPr userDrawn="1"/>
        </p:nvSpPr>
        <p:spPr>
          <a:xfrm>
            <a:off x="1038768" y="2130218"/>
            <a:ext cx="11153231" cy="4727782"/>
          </a:xfrm>
          <a:prstGeom prst="rect">
            <a:avLst/>
          </a:prstGeom>
          <a:solidFill>
            <a:schemeClr val="bg1">
              <a:alpha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Rectangle 7">
            <a:extLst>
              <a:ext uri="{FF2B5EF4-FFF2-40B4-BE49-F238E27FC236}">
                <a16:creationId xmlns:a16="http://schemas.microsoft.com/office/drawing/2014/main" id="{67553E9F-DCBF-4BEE-A261-5AA97361A0E0}"/>
              </a:ext>
              <a:ext uri="{C183D7F6-B498-43B3-948B-1728B52AA6E4}">
                <adec:decorative xmlns:adec="http://schemas.microsoft.com/office/drawing/2017/decorative" val="1"/>
              </a:ext>
            </a:extLst>
          </p:cNvPr>
          <p:cNvSpPr/>
          <p:nvPr userDrawn="1"/>
        </p:nvSpPr>
        <p:spPr>
          <a:xfrm>
            <a:off x="0" y="896641"/>
            <a:ext cx="12192000" cy="1347716"/>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Title 1">
            <a:extLst>
              <a:ext uri="{FF2B5EF4-FFF2-40B4-BE49-F238E27FC236}">
                <a16:creationId xmlns:a16="http://schemas.microsoft.com/office/drawing/2014/main" id="{949B0EB0-AEBA-44ED-BC77-4188C7486144}"/>
              </a:ext>
            </a:extLst>
          </p:cNvPr>
          <p:cNvSpPr>
            <a:spLocks noGrp="1"/>
          </p:cNvSpPr>
          <p:nvPr>
            <p:ph type="title" hasCustomPrompt="1"/>
          </p:nvPr>
        </p:nvSpPr>
        <p:spPr>
          <a:xfrm>
            <a:off x="1535371" y="962423"/>
            <a:ext cx="10013710" cy="1216152"/>
          </a:xfrm>
        </p:spPr>
        <p:txBody>
          <a:bodyPr tIns="182880" anchor="ctr" anchorCtr="0">
            <a:noAutofit/>
          </a:bodyPr>
          <a:lstStyle>
            <a:lvl1pPr>
              <a:lnSpc>
                <a:spcPct val="100000"/>
              </a:lnSpc>
              <a:defRPr sz="3200">
                <a:solidFill>
                  <a:schemeClr val="bg1"/>
                </a:solidFill>
              </a:defRPr>
            </a:lvl1pPr>
          </a:lstStyle>
          <a:p>
            <a:r>
              <a:rPr lang="en-US" dirty="0">
                <a:solidFill>
                  <a:schemeClr val="bg1"/>
                </a:solidFill>
              </a:rPr>
              <a:t>Click to add title</a:t>
            </a:r>
          </a:p>
        </p:txBody>
      </p:sp>
      <p:sp>
        <p:nvSpPr>
          <p:cNvPr id="2" name="Content Placeholder 2">
            <a:extLst>
              <a:ext uri="{FF2B5EF4-FFF2-40B4-BE49-F238E27FC236}">
                <a16:creationId xmlns:a16="http://schemas.microsoft.com/office/drawing/2014/main" id="{252AD8E1-37CB-EB1E-9394-A293E1F2107F}"/>
              </a:ext>
            </a:extLst>
          </p:cNvPr>
          <p:cNvSpPr>
            <a:spLocks noGrp="1"/>
          </p:cNvSpPr>
          <p:nvPr>
            <p:ph sz="quarter" idx="18" hasCustomPrompt="1"/>
          </p:nvPr>
        </p:nvSpPr>
        <p:spPr>
          <a:xfrm>
            <a:off x="1542563" y="2590800"/>
            <a:ext cx="6441412" cy="3718557"/>
          </a:xfrm>
        </p:spPr>
        <p:txBody>
          <a:bodyPr anchor="t">
            <a:normAutofit/>
          </a:bodyPr>
          <a:lstStyle>
            <a:lvl1pPr marL="0" indent="0">
              <a:lnSpc>
                <a:spcPct val="125000"/>
              </a:lnSpc>
              <a:spcAft>
                <a:spcPts val="600"/>
              </a:spcAft>
              <a:buNone/>
              <a:defRPr sz="1800" b="0"/>
            </a:lvl1pPr>
            <a:lvl2pPr marL="283464">
              <a:lnSpc>
                <a:spcPct val="125000"/>
              </a:lnSpc>
              <a:spcAft>
                <a:spcPts val="600"/>
              </a:spcAft>
              <a:defRPr sz="1800"/>
            </a:lvl2pPr>
            <a:lvl3pPr marL="566928">
              <a:lnSpc>
                <a:spcPct val="125000"/>
              </a:lnSpc>
              <a:spcAft>
                <a:spcPts val="600"/>
              </a:spcAft>
              <a:defRPr sz="1800"/>
            </a:lvl3pPr>
            <a:lvl4pPr marL="850392">
              <a:lnSpc>
                <a:spcPct val="125000"/>
              </a:lnSpc>
              <a:spcAft>
                <a:spcPts val="600"/>
              </a:spcAft>
              <a:defRPr sz="1800"/>
            </a:lvl4pPr>
            <a:lvl5pPr marL="1133856">
              <a:lnSpc>
                <a:spcPct val="125000"/>
              </a:lnSpc>
              <a:spcAft>
                <a:spcPts val="600"/>
              </a:spcAft>
              <a:defRPr sz="18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6" name="Content Placeholder 2">
            <a:extLst>
              <a:ext uri="{FF2B5EF4-FFF2-40B4-BE49-F238E27FC236}">
                <a16:creationId xmlns:a16="http://schemas.microsoft.com/office/drawing/2014/main" id="{5B37B294-6F01-986D-E8E5-119AE9A8F2BE}"/>
              </a:ext>
            </a:extLst>
          </p:cNvPr>
          <p:cNvSpPr>
            <a:spLocks noGrp="1"/>
          </p:cNvSpPr>
          <p:nvPr>
            <p:ph sz="quarter" idx="17" hasCustomPrompt="1"/>
          </p:nvPr>
        </p:nvSpPr>
        <p:spPr>
          <a:xfrm>
            <a:off x="8197362" y="2590800"/>
            <a:ext cx="3522849" cy="3718557"/>
          </a:xfrm>
        </p:spPr>
        <p:txBody>
          <a:bodyPr anchor="t">
            <a:normAutofit/>
          </a:bodyPr>
          <a:lstStyle>
            <a:lvl1pPr marL="285750" indent="-285750">
              <a:lnSpc>
                <a:spcPct val="125000"/>
              </a:lnSpc>
              <a:spcAft>
                <a:spcPts val="600"/>
              </a:spcAft>
              <a:buFont typeface="Wingdings" panose="05000000000000000000" pitchFamily="2" charset="2"/>
              <a:buChar char="§"/>
              <a:defRPr sz="1800" b="0"/>
            </a:lvl1pPr>
            <a:lvl2pPr>
              <a:lnSpc>
                <a:spcPct val="125000"/>
              </a:lnSpc>
              <a:spcAft>
                <a:spcPts val="600"/>
              </a:spcAft>
              <a:defRPr sz="1800"/>
            </a:lvl2pPr>
            <a:lvl3pPr>
              <a:lnSpc>
                <a:spcPct val="125000"/>
              </a:lnSpc>
              <a:spcAft>
                <a:spcPts val="600"/>
              </a:spcAft>
              <a:defRPr sz="1800"/>
            </a:lvl3pPr>
            <a:lvl4pPr>
              <a:lnSpc>
                <a:spcPct val="125000"/>
              </a:lnSpc>
              <a:spcAft>
                <a:spcPts val="600"/>
              </a:spcAft>
              <a:defRPr sz="1800"/>
            </a:lvl4pPr>
            <a:lvl5pPr>
              <a:lnSpc>
                <a:spcPct val="125000"/>
              </a:lnSpc>
              <a:spcAft>
                <a:spcPts val="600"/>
              </a:spcAft>
              <a:defRPr sz="18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Rectangle 9">
            <a:extLst>
              <a:ext uri="{FF2B5EF4-FFF2-40B4-BE49-F238E27FC236}">
                <a16:creationId xmlns:a16="http://schemas.microsoft.com/office/drawing/2014/main" id="{7278DD10-67BC-4E87-A788-A45C6093F5F8}"/>
              </a:ext>
              <a:ext uri="{C183D7F6-B498-43B3-948B-1728B52AA6E4}">
                <adec:decorative xmlns:adec="http://schemas.microsoft.com/office/drawing/2017/decorative" val="1"/>
              </a:ext>
            </a:extLst>
          </p:cNvPr>
          <p:cNvSpPr/>
          <p:nvPr userDrawn="1"/>
        </p:nvSpPr>
        <p:spPr>
          <a:xfrm>
            <a:off x="-1" y="962423"/>
            <a:ext cx="1006766" cy="121615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Rectangle 10">
            <a:extLst>
              <a:ext uri="{FF2B5EF4-FFF2-40B4-BE49-F238E27FC236}">
                <a16:creationId xmlns:a16="http://schemas.microsoft.com/office/drawing/2014/main" id="{916769F5-486B-4B48-A543-2C70359DF66E}"/>
              </a:ext>
              <a:ext uri="{C183D7F6-B498-43B3-948B-1728B52AA6E4}">
                <adec:decorative xmlns:adec="http://schemas.microsoft.com/office/drawing/2017/decorative" val="1"/>
              </a:ext>
            </a:extLst>
          </p:cNvPr>
          <p:cNvSpPr/>
          <p:nvPr userDrawn="1"/>
        </p:nvSpPr>
        <p:spPr>
          <a:xfrm rot="5400000">
            <a:off x="-2390232" y="3396997"/>
            <a:ext cx="6858002" cy="64008"/>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Footer Placeholder 4">
            <a:extLst>
              <a:ext uri="{FF2B5EF4-FFF2-40B4-BE49-F238E27FC236}">
                <a16:creationId xmlns:a16="http://schemas.microsoft.com/office/drawing/2014/main" id="{B47BB165-F380-48C4-B95B-C09C91893B2D}"/>
              </a:ext>
            </a:extLst>
          </p:cNvPr>
          <p:cNvSpPr>
            <a:spLocks noGrp="1"/>
          </p:cNvSpPr>
          <p:nvPr>
            <p:ph type="ftr" sz="quarter" idx="11"/>
          </p:nvPr>
        </p:nvSpPr>
        <p:spPr>
          <a:xfrm>
            <a:off x="1535371" y="6309360"/>
            <a:ext cx="5049579" cy="457200"/>
          </a:xfrm>
        </p:spPr>
        <p:txBody>
          <a:bodyPr/>
          <a:lstStyle/>
          <a:p>
            <a:r>
              <a:rPr lang="en-US" dirty="0"/>
              <a:t>Presentation Title</a:t>
            </a:r>
          </a:p>
        </p:txBody>
      </p:sp>
      <p:sp>
        <p:nvSpPr>
          <p:cNvPr id="14" name="Slide Number Placeholder 5">
            <a:extLst>
              <a:ext uri="{FF2B5EF4-FFF2-40B4-BE49-F238E27FC236}">
                <a16:creationId xmlns:a16="http://schemas.microsoft.com/office/drawing/2014/main" id="{F0805E9B-6657-4167-BD79-CAC59C0D841D}"/>
              </a:ext>
            </a:extLst>
          </p:cNvPr>
          <p:cNvSpPr>
            <a:spLocks noGrp="1"/>
          </p:cNvSpPr>
          <p:nvPr>
            <p:ph type="sldNum" sz="quarter" idx="12"/>
          </p:nvPr>
        </p:nvSpPr>
        <p:spPr>
          <a:xfrm>
            <a:off x="10569202" y="6309360"/>
            <a:ext cx="979879" cy="457200"/>
          </a:xfrm>
        </p:spPr>
        <p:txBody>
          <a:bodyPr/>
          <a:lstStyle>
            <a:lvl1pPr>
              <a:defRPr sz="1200" b="0"/>
            </a:lvl1pPr>
          </a:lstStyle>
          <a:p>
            <a:fld id="{FAEF9944-A4F6-4C59-AEBD-678D6480B8EA}" type="slidenum">
              <a:rPr lang="en-US" smtClean="0"/>
              <a:pPr/>
              <a:t>‹#›</a:t>
            </a:fld>
            <a:endParaRPr lang="en-US" dirty="0"/>
          </a:p>
        </p:txBody>
      </p:sp>
      <p:sp>
        <p:nvSpPr>
          <p:cNvPr id="3" name="Date Placeholder 3">
            <a:extLst>
              <a:ext uri="{FF2B5EF4-FFF2-40B4-BE49-F238E27FC236}">
                <a16:creationId xmlns:a16="http://schemas.microsoft.com/office/drawing/2014/main" id="{D0EFA1AD-93FB-148E-CFC6-A6E5D9967406}"/>
              </a:ext>
            </a:extLst>
          </p:cNvPr>
          <p:cNvSpPr>
            <a:spLocks noGrp="1"/>
          </p:cNvSpPr>
          <p:nvPr>
            <p:ph type="dt" sz="half" idx="10"/>
          </p:nvPr>
        </p:nvSpPr>
        <p:spPr>
          <a:xfrm>
            <a:off x="6678168" y="6309360"/>
            <a:ext cx="2148840" cy="457200"/>
          </a:xfrm>
        </p:spPr>
        <p:txBody>
          <a:bodyPr/>
          <a:lstStyle>
            <a:lvl1pPr algn="l">
              <a:defRPr/>
            </a:lvl1pPr>
          </a:lstStyle>
          <a:p>
            <a:r>
              <a:rPr lang="en-US" dirty="0"/>
              <a:t>9/8/20XX</a:t>
            </a:r>
          </a:p>
        </p:txBody>
      </p:sp>
    </p:spTree>
    <p:extLst>
      <p:ext uri="{BB962C8B-B14F-4D97-AF65-F5344CB8AC3E}">
        <p14:creationId xmlns:p14="http://schemas.microsoft.com/office/powerpoint/2010/main" val="161647760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Content 2">
    <p:spTree>
      <p:nvGrpSpPr>
        <p:cNvPr id="1" name=""/>
        <p:cNvGrpSpPr/>
        <p:nvPr/>
      </p:nvGrpSpPr>
      <p:grpSpPr>
        <a:xfrm>
          <a:off x="0" y="0"/>
          <a:ext cx="0" cy="0"/>
          <a:chOff x="0" y="0"/>
          <a:chExt cx="0" cy="0"/>
        </a:xfrm>
      </p:grpSpPr>
      <p:sp useBgFill="1">
        <p:nvSpPr>
          <p:cNvPr id="7" name="Rectangle 6">
            <a:extLst>
              <a:ext uri="{FF2B5EF4-FFF2-40B4-BE49-F238E27FC236}">
                <a16:creationId xmlns:a16="http://schemas.microsoft.com/office/drawing/2014/main" id="{BF5F5DFA-1BC3-4062-9356-6145C9F7CD56}"/>
              </a:ext>
              <a:ext uri="{C183D7F6-B498-43B3-948B-1728B52AA6E4}">
                <adec:decorative xmlns:adec="http://schemas.microsoft.com/office/drawing/2017/decorative" val="1"/>
              </a:ext>
            </a:extLst>
          </p:cNvPr>
          <p:cNvSpPr/>
          <p:nvPr userDrawn="1"/>
        </p:nvSpPr>
        <p:spPr>
          <a:xfrm>
            <a:off x="0" y="0"/>
            <a:ext cx="12192001"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Rectangle 7">
            <a:extLst>
              <a:ext uri="{FF2B5EF4-FFF2-40B4-BE49-F238E27FC236}">
                <a16:creationId xmlns:a16="http://schemas.microsoft.com/office/drawing/2014/main" id="{E6B5D461-AEC0-477F-A77A-6227F95A8374}"/>
              </a:ext>
              <a:ext uri="{C183D7F6-B498-43B3-948B-1728B52AA6E4}">
                <adec:decorative xmlns:adec="http://schemas.microsoft.com/office/drawing/2017/decorative" val="1"/>
              </a:ext>
            </a:extLst>
          </p:cNvPr>
          <p:cNvSpPr/>
          <p:nvPr userDrawn="1"/>
        </p:nvSpPr>
        <p:spPr>
          <a:xfrm>
            <a:off x="0" y="0"/>
            <a:ext cx="4016188" cy="105654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Rectangle 9">
            <a:extLst>
              <a:ext uri="{FF2B5EF4-FFF2-40B4-BE49-F238E27FC236}">
                <a16:creationId xmlns:a16="http://schemas.microsoft.com/office/drawing/2014/main" id="{DE1A041D-DE47-45FA-AC78-CC7FD02571F2}"/>
              </a:ext>
              <a:ext uri="{C183D7F6-B498-43B3-948B-1728B52AA6E4}">
                <adec:decorative xmlns:adec="http://schemas.microsoft.com/office/drawing/2017/decorative" val="1"/>
              </a:ext>
            </a:extLst>
          </p:cNvPr>
          <p:cNvSpPr/>
          <p:nvPr userDrawn="1"/>
        </p:nvSpPr>
        <p:spPr>
          <a:xfrm>
            <a:off x="1525" y="1031500"/>
            <a:ext cx="12188951" cy="64008"/>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Rectangle 10">
            <a:extLst>
              <a:ext uri="{FF2B5EF4-FFF2-40B4-BE49-F238E27FC236}">
                <a16:creationId xmlns:a16="http://schemas.microsoft.com/office/drawing/2014/main" id="{11614254-52EF-4F58-99B1-CDA7C39223C1}"/>
              </a:ext>
              <a:ext uri="{C183D7F6-B498-43B3-948B-1728B52AA6E4}">
                <adec:decorative xmlns:adec="http://schemas.microsoft.com/office/drawing/2017/decorative" val="1"/>
              </a:ext>
            </a:extLst>
          </p:cNvPr>
          <p:cNvSpPr/>
          <p:nvPr userDrawn="1"/>
        </p:nvSpPr>
        <p:spPr>
          <a:xfrm>
            <a:off x="3988518" y="1095508"/>
            <a:ext cx="8203482" cy="5016893"/>
          </a:xfrm>
          <a:prstGeom prst="rect">
            <a:avLst/>
          </a:prstGeom>
          <a:solidFill>
            <a:schemeClr val="bg1">
              <a:alpha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Title 1">
            <a:extLst>
              <a:ext uri="{FF2B5EF4-FFF2-40B4-BE49-F238E27FC236}">
                <a16:creationId xmlns:a16="http://schemas.microsoft.com/office/drawing/2014/main" id="{BD3B3ABA-0408-41EA-935D-D4F4586AA840}"/>
              </a:ext>
            </a:extLst>
          </p:cNvPr>
          <p:cNvSpPr>
            <a:spLocks noGrp="1"/>
          </p:cNvSpPr>
          <p:nvPr>
            <p:ph type="title" hasCustomPrompt="1"/>
          </p:nvPr>
        </p:nvSpPr>
        <p:spPr>
          <a:xfrm>
            <a:off x="4506511" y="1393926"/>
            <a:ext cx="7042570" cy="1626225"/>
          </a:xfrm>
        </p:spPr>
        <p:txBody>
          <a:bodyPr anchor="b" anchorCtr="0">
            <a:noAutofit/>
          </a:bodyPr>
          <a:lstStyle>
            <a:lvl1pPr>
              <a:lnSpc>
                <a:spcPct val="100000"/>
              </a:lnSpc>
              <a:defRPr sz="3200"/>
            </a:lvl1pPr>
          </a:lstStyle>
          <a:p>
            <a:r>
              <a:rPr lang="en-US" dirty="0"/>
              <a:t>Click to add title</a:t>
            </a:r>
          </a:p>
        </p:txBody>
      </p:sp>
      <p:sp>
        <p:nvSpPr>
          <p:cNvPr id="2" name="Content Placeholder 2">
            <a:extLst>
              <a:ext uri="{FF2B5EF4-FFF2-40B4-BE49-F238E27FC236}">
                <a16:creationId xmlns:a16="http://schemas.microsoft.com/office/drawing/2014/main" id="{FEF27B53-079D-232F-8AA5-ED461B34E8D2}"/>
              </a:ext>
            </a:extLst>
          </p:cNvPr>
          <p:cNvSpPr>
            <a:spLocks noGrp="1"/>
          </p:cNvSpPr>
          <p:nvPr>
            <p:ph sz="quarter" idx="16" hasCustomPrompt="1"/>
          </p:nvPr>
        </p:nvSpPr>
        <p:spPr>
          <a:xfrm>
            <a:off x="4506741" y="3153103"/>
            <a:ext cx="7042335" cy="2648312"/>
          </a:xfrm>
        </p:spPr>
        <p:txBody>
          <a:bodyPr anchor="t">
            <a:normAutofit/>
          </a:bodyPr>
          <a:lstStyle>
            <a:lvl1pPr marL="0" indent="0">
              <a:lnSpc>
                <a:spcPct val="125000"/>
              </a:lnSpc>
              <a:spcAft>
                <a:spcPts val="600"/>
              </a:spcAft>
              <a:buNone/>
              <a:defRPr sz="1800" b="0"/>
            </a:lvl1pPr>
            <a:lvl2pPr>
              <a:lnSpc>
                <a:spcPct val="125000"/>
              </a:lnSpc>
              <a:spcAft>
                <a:spcPts val="600"/>
              </a:spcAft>
              <a:defRPr sz="1800"/>
            </a:lvl2pPr>
            <a:lvl3pPr>
              <a:lnSpc>
                <a:spcPct val="125000"/>
              </a:lnSpc>
              <a:spcAft>
                <a:spcPts val="600"/>
              </a:spcAft>
              <a:defRPr sz="1800"/>
            </a:lvl3pPr>
            <a:lvl4pPr>
              <a:lnSpc>
                <a:spcPct val="125000"/>
              </a:lnSpc>
              <a:spcAft>
                <a:spcPts val="600"/>
              </a:spcAft>
              <a:defRPr sz="1800"/>
            </a:lvl4pPr>
            <a:lvl5pPr>
              <a:lnSpc>
                <a:spcPct val="125000"/>
              </a:lnSpc>
              <a:spcAft>
                <a:spcPts val="600"/>
              </a:spcAft>
              <a:defRPr sz="18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4" name="Rectangle 13">
            <a:extLst>
              <a:ext uri="{FF2B5EF4-FFF2-40B4-BE49-F238E27FC236}">
                <a16:creationId xmlns:a16="http://schemas.microsoft.com/office/drawing/2014/main" id="{1837301C-2B9B-4119-9002-BD6DB2AB87FB}"/>
              </a:ext>
              <a:ext uri="{C183D7F6-B498-43B3-948B-1728B52AA6E4}">
                <adec:decorative xmlns:adec="http://schemas.microsoft.com/office/drawing/2017/decorative" val="1"/>
              </a:ext>
            </a:extLst>
          </p:cNvPr>
          <p:cNvSpPr/>
          <p:nvPr userDrawn="1"/>
        </p:nvSpPr>
        <p:spPr>
          <a:xfrm>
            <a:off x="4041913" y="6144405"/>
            <a:ext cx="8150087" cy="71359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5" name="Rectangle 14">
            <a:extLst>
              <a:ext uri="{FF2B5EF4-FFF2-40B4-BE49-F238E27FC236}">
                <a16:creationId xmlns:a16="http://schemas.microsoft.com/office/drawing/2014/main" id="{BD12738D-D0ED-4899-A01C-42439B5B3E64}"/>
              </a:ext>
              <a:ext uri="{C183D7F6-B498-43B3-948B-1728B52AA6E4}">
                <adec:decorative xmlns:adec="http://schemas.microsoft.com/office/drawing/2017/decorative" val="1"/>
              </a:ext>
            </a:extLst>
          </p:cNvPr>
          <p:cNvSpPr/>
          <p:nvPr userDrawn="1"/>
        </p:nvSpPr>
        <p:spPr>
          <a:xfrm>
            <a:off x="0" y="6167615"/>
            <a:ext cx="3982418" cy="690385"/>
          </a:xfrm>
          <a:prstGeom prst="rect">
            <a:avLst/>
          </a:prstGeom>
          <a:solidFill>
            <a:schemeClr val="bg1">
              <a:alpha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Rectangle 15">
            <a:extLst>
              <a:ext uri="{FF2B5EF4-FFF2-40B4-BE49-F238E27FC236}">
                <a16:creationId xmlns:a16="http://schemas.microsoft.com/office/drawing/2014/main" id="{5EED261D-45B9-40C1-8341-8B8B796E8AE2}"/>
              </a:ext>
              <a:ext uri="{C183D7F6-B498-43B3-948B-1728B52AA6E4}">
                <adec:decorative xmlns:adec="http://schemas.microsoft.com/office/drawing/2017/decorative" val="1"/>
              </a:ext>
            </a:extLst>
          </p:cNvPr>
          <p:cNvSpPr/>
          <p:nvPr userDrawn="1"/>
        </p:nvSpPr>
        <p:spPr>
          <a:xfrm>
            <a:off x="1525" y="6112401"/>
            <a:ext cx="12188951" cy="64008"/>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Rectangle 17">
            <a:extLst>
              <a:ext uri="{FF2B5EF4-FFF2-40B4-BE49-F238E27FC236}">
                <a16:creationId xmlns:a16="http://schemas.microsoft.com/office/drawing/2014/main" id="{3E23953F-BF80-48E0-8282-62907D6C29C6}"/>
              </a:ext>
              <a:ext uri="{C183D7F6-B498-43B3-948B-1728B52AA6E4}">
                <adec:decorative xmlns:adec="http://schemas.microsoft.com/office/drawing/2017/decorative" val="1"/>
              </a:ext>
            </a:extLst>
          </p:cNvPr>
          <p:cNvSpPr/>
          <p:nvPr userDrawn="1"/>
        </p:nvSpPr>
        <p:spPr>
          <a:xfrm>
            <a:off x="3986412" y="0"/>
            <a:ext cx="64008"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Footer Placeholder 4">
            <a:extLst>
              <a:ext uri="{FF2B5EF4-FFF2-40B4-BE49-F238E27FC236}">
                <a16:creationId xmlns:a16="http://schemas.microsoft.com/office/drawing/2014/main" id="{4F4FDF97-2780-775F-9416-96F7A90662B2}"/>
              </a:ext>
            </a:extLst>
          </p:cNvPr>
          <p:cNvSpPr>
            <a:spLocks noGrp="1"/>
          </p:cNvSpPr>
          <p:nvPr>
            <p:ph type="ftr" sz="quarter" idx="11"/>
          </p:nvPr>
        </p:nvSpPr>
        <p:spPr>
          <a:xfrm>
            <a:off x="6172202" y="6309360"/>
            <a:ext cx="4280135" cy="457200"/>
          </a:xfrm>
        </p:spPr>
        <p:txBody>
          <a:bodyPr/>
          <a:lstStyle>
            <a:lvl1pPr algn="ctr">
              <a:defRPr>
                <a:effectLst/>
              </a:defRPr>
            </a:lvl1pPr>
          </a:lstStyle>
          <a:p>
            <a:r>
              <a:rPr lang="en-US" dirty="0"/>
              <a:t>Presentation Title</a:t>
            </a:r>
          </a:p>
        </p:txBody>
      </p:sp>
      <p:sp>
        <p:nvSpPr>
          <p:cNvPr id="24" name="Date Placeholder 3">
            <a:extLst>
              <a:ext uri="{FF2B5EF4-FFF2-40B4-BE49-F238E27FC236}">
                <a16:creationId xmlns:a16="http://schemas.microsoft.com/office/drawing/2014/main" id="{A03787D1-4AB7-2166-D4DB-A3878CBB24F1}"/>
              </a:ext>
            </a:extLst>
          </p:cNvPr>
          <p:cNvSpPr>
            <a:spLocks noGrp="1"/>
          </p:cNvSpPr>
          <p:nvPr>
            <p:ph type="dt" sz="half" idx="10"/>
          </p:nvPr>
        </p:nvSpPr>
        <p:spPr>
          <a:xfrm>
            <a:off x="4506511" y="6309360"/>
            <a:ext cx="1513289" cy="457200"/>
          </a:xfrm>
        </p:spPr>
        <p:txBody>
          <a:bodyPr/>
          <a:lstStyle>
            <a:lvl1pPr>
              <a:defRPr>
                <a:effectLst/>
              </a:defRPr>
            </a:lvl1pPr>
          </a:lstStyle>
          <a:p>
            <a:r>
              <a:rPr lang="en-US" dirty="0">
                <a:solidFill>
                  <a:schemeClr val="tx2"/>
                </a:solidFill>
              </a:rPr>
              <a:t>9/8/20XX</a:t>
            </a:r>
            <a:endParaRPr lang="en-US" dirty="0"/>
          </a:p>
        </p:txBody>
      </p:sp>
      <p:sp>
        <p:nvSpPr>
          <p:cNvPr id="25" name="Slide Number Placeholder 5">
            <a:extLst>
              <a:ext uri="{FF2B5EF4-FFF2-40B4-BE49-F238E27FC236}">
                <a16:creationId xmlns:a16="http://schemas.microsoft.com/office/drawing/2014/main" id="{4F8C5CD2-BF99-0846-2E4A-179E6C459F1A}"/>
              </a:ext>
            </a:extLst>
          </p:cNvPr>
          <p:cNvSpPr>
            <a:spLocks noGrp="1"/>
          </p:cNvSpPr>
          <p:nvPr>
            <p:ph type="sldNum" sz="quarter" idx="12"/>
          </p:nvPr>
        </p:nvSpPr>
        <p:spPr>
          <a:xfrm>
            <a:off x="10569202" y="6309360"/>
            <a:ext cx="979879" cy="457200"/>
          </a:xfrm>
        </p:spPr>
        <p:txBody>
          <a:bodyPr/>
          <a:lstStyle>
            <a:lvl1pPr>
              <a:defRPr sz="1200" b="0"/>
            </a:lvl1pPr>
          </a:lstStyle>
          <a:p>
            <a:fld id="{FAEF9944-A4F6-4C59-AEBD-678D6480B8EA}" type="slidenum">
              <a:rPr lang="en-US" smtClean="0"/>
              <a:pPr/>
              <a:t>‹#›</a:t>
            </a:fld>
            <a:endParaRPr lang="en-US" dirty="0"/>
          </a:p>
        </p:txBody>
      </p:sp>
    </p:spTree>
    <p:extLst>
      <p:ext uri="{BB962C8B-B14F-4D97-AF65-F5344CB8AC3E}">
        <p14:creationId xmlns:p14="http://schemas.microsoft.com/office/powerpoint/2010/main" val="388180027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Two Content 3">
    <p:spTree>
      <p:nvGrpSpPr>
        <p:cNvPr id="1" name=""/>
        <p:cNvGrpSpPr/>
        <p:nvPr/>
      </p:nvGrpSpPr>
      <p:grpSpPr>
        <a:xfrm>
          <a:off x="0" y="0"/>
          <a:ext cx="0" cy="0"/>
          <a:chOff x="0" y="0"/>
          <a:chExt cx="0" cy="0"/>
        </a:xfrm>
      </p:grpSpPr>
      <p:sp useBgFill="1">
        <p:nvSpPr>
          <p:cNvPr id="2" name="Rectangle 1">
            <a:extLst>
              <a:ext uri="{FF2B5EF4-FFF2-40B4-BE49-F238E27FC236}">
                <a16:creationId xmlns:a16="http://schemas.microsoft.com/office/drawing/2014/main" id="{2A19A957-1FB5-43F8-B325-BBD9FEF23E88}"/>
              </a:ext>
              <a:ext uri="{C183D7F6-B498-43B3-948B-1728B52AA6E4}">
                <adec:decorative xmlns:adec="http://schemas.microsoft.com/office/drawing/2017/decorative" val="1"/>
              </a:ext>
            </a:extLst>
          </p:cNvPr>
          <p:cNvSpPr/>
          <p:nvPr userDrawn="1"/>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Meiryo"/>
              <a:ea typeface="+mn-ea"/>
              <a:cs typeface="+mn-cs"/>
            </a:endParaRPr>
          </a:p>
        </p:txBody>
      </p:sp>
      <p:sp>
        <p:nvSpPr>
          <p:cNvPr id="20" name="Rectangle 19">
            <a:extLst>
              <a:ext uri="{FF2B5EF4-FFF2-40B4-BE49-F238E27FC236}">
                <a16:creationId xmlns:a16="http://schemas.microsoft.com/office/drawing/2014/main" id="{3FA5410A-92A6-4C0B-9D89-186B7DDB20BD}"/>
              </a:ext>
              <a:ext uri="{C183D7F6-B498-43B3-948B-1728B52AA6E4}">
                <adec:decorative xmlns:adec="http://schemas.microsoft.com/office/drawing/2017/decorative" val="1"/>
              </a:ext>
            </a:extLst>
          </p:cNvPr>
          <p:cNvSpPr/>
          <p:nvPr userDrawn="1"/>
        </p:nvSpPr>
        <p:spPr>
          <a:xfrm>
            <a:off x="0" y="0"/>
            <a:ext cx="12192000" cy="1351619"/>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Rectangle 4">
            <a:extLst>
              <a:ext uri="{FF2B5EF4-FFF2-40B4-BE49-F238E27FC236}">
                <a16:creationId xmlns:a16="http://schemas.microsoft.com/office/drawing/2014/main" id="{21A26073-23A2-4B91-A128-79AA1BE93523}"/>
              </a:ext>
              <a:ext uri="{C183D7F6-B498-43B3-948B-1728B52AA6E4}">
                <adec:decorative xmlns:adec="http://schemas.microsoft.com/office/drawing/2017/decorative" val="1"/>
              </a:ext>
            </a:extLst>
          </p:cNvPr>
          <p:cNvSpPr/>
          <p:nvPr userDrawn="1"/>
        </p:nvSpPr>
        <p:spPr>
          <a:xfrm>
            <a:off x="1" y="1351619"/>
            <a:ext cx="12192000" cy="4749487"/>
          </a:xfrm>
          <a:prstGeom prst="rect">
            <a:avLst/>
          </a:prstGeom>
          <a:solidFill>
            <a:schemeClr val="bg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Rectangle 5">
            <a:extLst>
              <a:ext uri="{FF2B5EF4-FFF2-40B4-BE49-F238E27FC236}">
                <a16:creationId xmlns:a16="http://schemas.microsoft.com/office/drawing/2014/main" id="{C14D5DFA-0CEA-43F0-98EE-6C9F741F7C96}"/>
              </a:ext>
              <a:ext uri="{C183D7F6-B498-43B3-948B-1728B52AA6E4}">
                <adec:decorative xmlns:adec="http://schemas.microsoft.com/office/drawing/2017/decorative" val="1"/>
              </a:ext>
            </a:extLst>
          </p:cNvPr>
          <p:cNvSpPr/>
          <p:nvPr userDrawn="1"/>
        </p:nvSpPr>
        <p:spPr>
          <a:xfrm>
            <a:off x="1" y="6107836"/>
            <a:ext cx="4651248" cy="75016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Title 1">
            <a:extLst>
              <a:ext uri="{FF2B5EF4-FFF2-40B4-BE49-F238E27FC236}">
                <a16:creationId xmlns:a16="http://schemas.microsoft.com/office/drawing/2014/main" id="{5E19795B-1103-80EF-6098-1E8371D07DB8}"/>
              </a:ext>
            </a:extLst>
          </p:cNvPr>
          <p:cNvSpPr>
            <a:spLocks noGrp="1"/>
          </p:cNvSpPr>
          <p:nvPr>
            <p:ph type="title" hasCustomPrompt="1"/>
          </p:nvPr>
        </p:nvSpPr>
        <p:spPr>
          <a:xfrm>
            <a:off x="648935" y="91439"/>
            <a:ext cx="10900146" cy="1168739"/>
          </a:xfrm>
        </p:spPr>
        <p:txBody>
          <a:bodyPr tIns="182880" anchor="ctr" anchorCtr="0">
            <a:noAutofit/>
          </a:bodyPr>
          <a:lstStyle>
            <a:lvl1pPr>
              <a:lnSpc>
                <a:spcPct val="100000"/>
              </a:lnSpc>
              <a:defRPr sz="3200">
                <a:solidFill>
                  <a:schemeClr val="bg1"/>
                </a:solidFill>
              </a:defRPr>
            </a:lvl1pPr>
          </a:lstStyle>
          <a:p>
            <a:r>
              <a:rPr lang="en-US" dirty="0">
                <a:solidFill>
                  <a:schemeClr val="bg1"/>
                </a:solidFill>
              </a:rPr>
              <a:t>Click to add title</a:t>
            </a:r>
          </a:p>
        </p:txBody>
      </p:sp>
      <p:sp>
        <p:nvSpPr>
          <p:cNvPr id="3" name="Content Placeholder 2">
            <a:extLst>
              <a:ext uri="{FF2B5EF4-FFF2-40B4-BE49-F238E27FC236}">
                <a16:creationId xmlns:a16="http://schemas.microsoft.com/office/drawing/2014/main" id="{7ED4F766-C576-F298-E93A-CD0D832F8E4F}"/>
              </a:ext>
            </a:extLst>
          </p:cNvPr>
          <p:cNvSpPr>
            <a:spLocks noGrp="1"/>
          </p:cNvSpPr>
          <p:nvPr>
            <p:ph sz="quarter" idx="14" hasCustomPrompt="1"/>
          </p:nvPr>
        </p:nvSpPr>
        <p:spPr>
          <a:xfrm>
            <a:off x="648935" y="1646102"/>
            <a:ext cx="3819652" cy="4160520"/>
          </a:xfrm>
        </p:spPr>
        <p:txBody>
          <a:bodyPr anchor="t">
            <a:normAutofit/>
          </a:bodyPr>
          <a:lstStyle>
            <a:lvl1pPr>
              <a:lnSpc>
                <a:spcPct val="125000"/>
              </a:lnSpc>
              <a:spcAft>
                <a:spcPts val="600"/>
              </a:spcAft>
              <a:defRPr sz="1800" b="0"/>
            </a:lvl1pPr>
            <a:lvl2pPr>
              <a:lnSpc>
                <a:spcPct val="125000"/>
              </a:lnSpc>
              <a:spcAft>
                <a:spcPts val="600"/>
              </a:spcAft>
              <a:defRPr sz="1800"/>
            </a:lvl2pPr>
            <a:lvl3pPr>
              <a:lnSpc>
                <a:spcPct val="125000"/>
              </a:lnSpc>
              <a:spcAft>
                <a:spcPts val="600"/>
              </a:spcAft>
              <a:defRPr sz="1800"/>
            </a:lvl3pPr>
            <a:lvl4pPr>
              <a:lnSpc>
                <a:spcPct val="125000"/>
              </a:lnSpc>
              <a:spcAft>
                <a:spcPts val="600"/>
              </a:spcAft>
              <a:defRPr sz="1800"/>
            </a:lvl4pPr>
            <a:lvl5pPr>
              <a:lnSpc>
                <a:spcPct val="125000"/>
              </a:lnSpc>
              <a:spcAft>
                <a:spcPts val="600"/>
              </a:spcAft>
              <a:defRPr sz="18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Rectangle 8">
            <a:extLst>
              <a:ext uri="{FF2B5EF4-FFF2-40B4-BE49-F238E27FC236}">
                <a16:creationId xmlns:a16="http://schemas.microsoft.com/office/drawing/2014/main" id="{8352712D-F957-4B22-8B50-BE10410FF895}"/>
              </a:ext>
              <a:ext uri="{C183D7F6-B498-43B3-948B-1728B52AA6E4}">
                <adec:decorative xmlns:adec="http://schemas.microsoft.com/office/drawing/2017/decorative" val="1"/>
              </a:ext>
            </a:extLst>
          </p:cNvPr>
          <p:cNvSpPr/>
          <p:nvPr userDrawn="1"/>
        </p:nvSpPr>
        <p:spPr>
          <a:xfrm>
            <a:off x="1524" y="6101107"/>
            <a:ext cx="12188952" cy="64008"/>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Footer Placeholder 29">
            <a:extLst>
              <a:ext uri="{FF2B5EF4-FFF2-40B4-BE49-F238E27FC236}">
                <a16:creationId xmlns:a16="http://schemas.microsoft.com/office/drawing/2014/main" id="{26FD74F8-42BB-4CB4-ABF1-5F149743B464}"/>
              </a:ext>
            </a:extLst>
          </p:cNvPr>
          <p:cNvSpPr>
            <a:spLocks noGrp="1"/>
          </p:cNvSpPr>
          <p:nvPr>
            <p:ph type="ftr" sz="quarter" idx="11"/>
          </p:nvPr>
        </p:nvSpPr>
        <p:spPr>
          <a:xfrm>
            <a:off x="642917" y="6309360"/>
            <a:ext cx="3423986" cy="457200"/>
          </a:xfrm>
        </p:spPr>
        <p:txBody>
          <a:bodyPr/>
          <a:lstStyle>
            <a:lvl1pPr>
              <a:defRPr>
                <a:solidFill>
                  <a:schemeClr val="bg1"/>
                </a:solidFill>
              </a:defRPr>
            </a:lvl1pPr>
          </a:lstStyle>
          <a:p>
            <a:r>
              <a:rPr lang="en-US" dirty="0"/>
              <a:t>Presentation Title</a:t>
            </a:r>
            <a:endParaRPr lang="en-US" dirty="0">
              <a:solidFill>
                <a:schemeClr val="bg1"/>
              </a:solidFill>
            </a:endParaRPr>
          </a:p>
        </p:txBody>
      </p:sp>
      <p:sp>
        <p:nvSpPr>
          <p:cNvPr id="10" name="Date Placeholder 28">
            <a:extLst>
              <a:ext uri="{FF2B5EF4-FFF2-40B4-BE49-F238E27FC236}">
                <a16:creationId xmlns:a16="http://schemas.microsoft.com/office/drawing/2014/main" id="{5B031752-6400-4BFB-979F-E2EE795E4B90}"/>
              </a:ext>
            </a:extLst>
          </p:cNvPr>
          <p:cNvSpPr>
            <a:spLocks noGrp="1"/>
          </p:cNvSpPr>
          <p:nvPr>
            <p:ph type="dt" sz="half" idx="10"/>
          </p:nvPr>
        </p:nvSpPr>
        <p:spPr>
          <a:xfrm>
            <a:off x="5373620" y="6309360"/>
            <a:ext cx="3411973" cy="457200"/>
          </a:xfrm>
        </p:spPr>
        <p:txBody>
          <a:bodyPr/>
          <a:lstStyle>
            <a:lvl1pPr>
              <a:defRPr>
                <a:solidFill>
                  <a:schemeClr val="tx2"/>
                </a:solidFill>
              </a:defRPr>
            </a:lvl1pPr>
          </a:lstStyle>
          <a:p>
            <a:r>
              <a:rPr lang="en-US" dirty="0"/>
              <a:t>9/8/20XX</a:t>
            </a:r>
          </a:p>
        </p:txBody>
      </p:sp>
      <p:sp>
        <p:nvSpPr>
          <p:cNvPr id="12" name="Slide Number Placeholder 30">
            <a:extLst>
              <a:ext uri="{FF2B5EF4-FFF2-40B4-BE49-F238E27FC236}">
                <a16:creationId xmlns:a16="http://schemas.microsoft.com/office/drawing/2014/main" id="{6A5CAEAF-7DEC-4B20-8B1E-301A9D0E684A}"/>
              </a:ext>
            </a:extLst>
          </p:cNvPr>
          <p:cNvSpPr>
            <a:spLocks noGrp="1"/>
          </p:cNvSpPr>
          <p:nvPr>
            <p:ph type="sldNum" sz="quarter" idx="12"/>
          </p:nvPr>
        </p:nvSpPr>
        <p:spPr>
          <a:xfrm>
            <a:off x="10569202" y="6309360"/>
            <a:ext cx="979879" cy="457200"/>
          </a:xfrm>
        </p:spPr>
        <p:txBody>
          <a:bodyPr/>
          <a:lstStyle>
            <a:lvl1pPr>
              <a:defRPr sz="1200" b="0"/>
            </a:lvl1pPr>
          </a:lstStyle>
          <a:p>
            <a:fld id="{FAEF9944-A4F6-4C59-AEBD-678D6480B8EA}" type="slidenum">
              <a:rPr lang="en-US" smtClean="0"/>
              <a:pPr/>
              <a:t>‹#›</a:t>
            </a:fld>
            <a:endParaRPr lang="en-US" dirty="0"/>
          </a:p>
        </p:txBody>
      </p:sp>
      <p:sp>
        <p:nvSpPr>
          <p:cNvPr id="13" name="Rectangle 12">
            <a:extLst>
              <a:ext uri="{FF2B5EF4-FFF2-40B4-BE49-F238E27FC236}">
                <a16:creationId xmlns:a16="http://schemas.microsoft.com/office/drawing/2014/main" id="{70B696A3-EA34-4924-9037-E330B1CB890E}"/>
              </a:ext>
              <a:ext uri="{C183D7F6-B498-43B3-948B-1728B52AA6E4}">
                <adec:decorative xmlns:adec="http://schemas.microsoft.com/office/drawing/2017/decorative" val="1"/>
              </a:ext>
            </a:extLst>
          </p:cNvPr>
          <p:cNvSpPr/>
          <p:nvPr userDrawn="1"/>
        </p:nvSpPr>
        <p:spPr>
          <a:xfrm>
            <a:off x="4633798" y="6117631"/>
            <a:ext cx="64008" cy="740368"/>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Content Placeholder 2">
            <a:extLst>
              <a:ext uri="{FF2B5EF4-FFF2-40B4-BE49-F238E27FC236}">
                <a16:creationId xmlns:a16="http://schemas.microsoft.com/office/drawing/2014/main" id="{2E94D0A7-4358-49BF-96EE-8DEB6F4DCF56}"/>
              </a:ext>
            </a:extLst>
          </p:cNvPr>
          <p:cNvSpPr>
            <a:spLocks noGrp="1"/>
          </p:cNvSpPr>
          <p:nvPr>
            <p:ph sz="quarter" idx="19" hasCustomPrompt="1"/>
          </p:nvPr>
        </p:nvSpPr>
        <p:spPr>
          <a:xfrm>
            <a:off x="4679661" y="1646102"/>
            <a:ext cx="6863403" cy="4160520"/>
          </a:xfrm>
        </p:spPr>
        <p:txBody>
          <a:bodyPr anchor="t">
            <a:normAutofit/>
          </a:bodyPr>
          <a:lstStyle>
            <a:lvl1pPr marL="0" indent="0">
              <a:lnSpc>
                <a:spcPct val="125000"/>
              </a:lnSpc>
              <a:spcAft>
                <a:spcPts val="600"/>
              </a:spcAft>
              <a:buNone/>
              <a:defRPr sz="1800" b="0"/>
            </a:lvl1pPr>
            <a:lvl2pPr marL="283464">
              <a:lnSpc>
                <a:spcPct val="125000"/>
              </a:lnSpc>
              <a:spcAft>
                <a:spcPts val="600"/>
              </a:spcAft>
              <a:defRPr sz="1800"/>
            </a:lvl2pPr>
            <a:lvl3pPr marL="566928">
              <a:lnSpc>
                <a:spcPct val="125000"/>
              </a:lnSpc>
              <a:spcAft>
                <a:spcPts val="600"/>
              </a:spcAft>
              <a:defRPr sz="1800"/>
            </a:lvl3pPr>
            <a:lvl4pPr marL="850392">
              <a:lnSpc>
                <a:spcPct val="125000"/>
              </a:lnSpc>
              <a:spcAft>
                <a:spcPts val="600"/>
              </a:spcAft>
              <a:defRPr sz="1800"/>
            </a:lvl4pPr>
            <a:lvl5pPr marL="1133856">
              <a:lnSpc>
                <a:spcPct val="125000"/>
              </a:lnSpc>
              <a:spcAft>
                <a:spcPts val="600"/>
              </a:spcAft>
              <a:defRPr sz="18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83173697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Content 1">
    <p:spTree>
      <p:nvGrpSpPr>
        <p:cNvPr id="1" name=""/>
        <p:cNvGrpSpPr/>
        <p:nvPr/>
      </p:nvGrpSpPr>
      <p:grpSpPr>
        <a:xfrm>
          <a:off x="0" y="0"/>
          <a:ext cx="0" cy="0"/>
          <a:chOff x="0" y="0"/>
          <a:chExt cx="0" cy="0"/>
        </a:xfrm>
      </p:grpSpPr>
      <p:sp useBgFill="1">
        <p:nvSpPr>
          <p:cNvPr id="6" name="Rectangle 5">
            <a:extLst>
              <a:ext uri="{FF2B5EF4-FFF2-40B4-BE49-F238E27FC236}">
                <a16:creationId xmlns:a16="http://schemas.microsoft.com/office/drawing/2014/main" id="{23DC2F0A-1748-49AE-AF72-D6BBB4F8FEC3}"/>
              </a:ext>
              <a:ext uri="{C183D7F6-B498-43B3-948B-1728B52AA6E4}">
                <adec:decorative xmlns:adec="http://schemas.microsoft.com/office/drawing/2017/decorative" val="1"/>
              </a:ext>
            </a:extLst>
          </p:cNvPr>
          <p:cNvSpPr/>
          <p:nvPr userDrawn="1"/>
        </p:nvSpPr>
        <p:spPr>
          <a:xfrm flipH="1">
            <a:off x="0" y="0"/>
            <a:ext cx="12192001"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Rectangle 6">
            <a:extLst>
              <a:ext uri="{FF2B5EF4-FFF2-40B4-BE49-F238E27FC236}">
                <a16:creationId xmlns:a16="http://schemas.microsoft.com/office/drawing/2014/main" id="{683DF7B1-E0C5-4E09-BB5C-F11EA14D7C95}"/>
              </a:ext>
              <a:ext uri="{C183D7F6-B498-43B3-948B-1728B52AA6E4}">
                <adec:decorative xmlns:adec="http://schemas.microsoft.com/office/drawing/2017/decorative" val="1"/>
              </a:ext>
            </a:extLst>
          </p:cNvPr>
          <p:cNvSpPr/>
          <p:nvPr userDrawn="1"/>
        </p:nvSpPr>
        <p:spPr>
          <a:xfrm>
            <a:off x="0" y="866789"/>
            <a:ext cx="6833381" cy="2594215"/>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Title 1">
            <a:extLst>
              <a:ext uri="{FF2B5EF4-FFF2-40B4-BE49-F238E27FC236}">
                <a16:creationId xmlns:a16="http://schemas.microsoft.com/office/drawing/2014/main" id="{BBC678EC-E47C-4AC2-A75A-7022CECD0031}"/>
              </a:ext>
            </a:extLst>
          </p:cNvPr>
          <p:cNvSpPr>
            <a:spLocks noGrp="1"/>
          </p:cNvSpPr>
          <p:nvPr>
            <p:ph type="title" hasCustomPrompt="1"/>
          </p:nvPr>
        </p:nvSpPr>
        <p:spPr>
          <a:xfrm>
            <a:off x="1434622" y="848455"/>
            <a:ext cx="5102365" cy="2601914"/>
          </a:xfrm>
        </p:spPr>
        <p:txBody>
          <a:bodyPr tIns="182880" anchor="ctr" anchorCtr="0">
            <a:noAutofit/>
          </a:bodyPr>
          <a:lstStyle>
            <a:lvl1pPr>
              <a:lnSpc>
                <a:spcPct val="100000"/>
              </a:lnSpc>
              <a:defRPr sz="3200" cap="all" baseline="0">
                <a:solidFill>
                  <a:schemeClr val="bg1"/>
                </a:solidFill>
              </a:defRPr>
            </a:lvl1pPr>
          </a:lstStyle>
          <a:p>
            <a:r>
              <a:rPr lang="en-US" dirty="0">
                <a:solidFill>
                  <a:schemeClr val="bg1"/>
                </a:solidFill>
              </a:rPr>
              <a:t>CLICK TO ADD TITLE</a:t>
            </a:r>
          </a:p>
        </p:txBody>
      </p:sp>
      <p:sp>
        <p:nvSpPr>
          <p:cNvPr id="9" name="Rectangle 8">
            <a:extLst>
              <a:ext uri="{FF2B5EF4-FFF2-40B4-BE49-F238E27FC236}">
                <a16:creationId xmlns:a16="http://schemas.microsoft.com/office/drawing/2014/main" id="{5E74E69A-5ABD-42DF-A2B0-997A626257D4}"/>
              </a:ext>
              <a:ext uri="{C183D7F6-B498-43B3-948B-1728B52AA6E4}">
                <adec:decorative xmlns:adec="http://schemas.microsoft.com/office/drawing/2017/decorative" val="1"/>
              </a:ext>
            </a:extLst>
          </p:cNvPr>
          <p:cNvSpPr/>
          <p:nvPr userDrawn="1"/>
        </p:nvSpPr>
        <p:spPr>
          <a:xfrm>
            <a:off x="-3063" y="920164"/>
            <a:ext cx="1070775" cy="246619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Rectangle 9">
            <a:extLst>
              <a:ext uri="{FF2B5EF4-FFF2-40B4-BE49-F238E27FC236}">
                <a16:creationId xmlns:a16="http://schemas.microsoft.com/office/drawing/2014/main" id="{EC2B6D0A-4A1F-4B59-B429-AD3FABC74F33}"/>
              </a:ext>
              <a:ext uri="{C183D7F6-B498-43B3-948B-1728B52AA6E4}">
                <adec:decorative xmlns:adec="http://schemas.microsoft.com/office/drawing/2017/decorative" val="1"/>
              </a:ext>
            </a:extLst>
          </p:cNvPr>
          <p:cNvSpPr/>
          <p:nvPr userDrawn="1"/>
        </p:nvSpPr>
        <p:spPr>
          <a:xfrm rot="5400000">
            <a:off x="-2390232" y="3396997"/>
            <a:ext cx="6858002" cy="64008"/>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Rectangle 10">
            <a:extLst>
              <a:ext uri="{FF2B5EF4-FFF2-40B4-BE49-F238E27FC236}">
                <a16:creationId xmlns:a16="http://schemas.microsoft.com/office/drawing/2014/main" id="{32B66529-F6B7-4C1C-8291-8139628DF6C0}"/>
              </a:ext>
              <a:ext uri="{C183D7F6-B498-43B3-948B-1728B52AA6E4}">
                <adec:decorative xmlns:adec="http://schemas.microsoft.com/office/drawing/2017/decorative" val="1"/>
              </a:ext>
            </a:extLst>
          </p:cNvPr>
          <p:cNvSpPr/>
          <p:nvPr userDrawn="1"/>
        </p:nvSpPr>
        <p:spPr>
          <a:xfrm>
            <a:off x="0" y="848456"/>
            <a:ext cx="6833382" cy="71706"/>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Rectangle 13">
            <a:extLst>
              <a:ext uri="{FF2B5EF4-FFF2-40B4-BE49-F238E27FC236}">
                <a16:creationId xmlns:a16="http://schemas.microsoft.com/office/drawing/2014/main" id="{872245B9-34B5-4F89-8EA6-C018B9D4FA46}"/>
              </a:ext>
              <a:ext uri="{C183D7F6-B498-43B3-948B-1728B52AA6E4}">
                <adec:decorative xmlns:adec="http://schemas.microsoft.com/office/drawing/2017/decorative" val="1"/>
              </a:ext>
            </a:extLst>
          </p:cNvPr>
          <p:cNvSpPr/>
          <p:nvPr userDrawn="1"/>
        </p:nvSpPr>
        <p:spPr>
          <a:xfrm>
            <a:off x="6858023" y="3442673"/>
            <a:ext cx="5333977" cy="3415328"/>
          </a:xfrm>
          <a:prstGeom prst="rect">
            <a:avLst/>
          </a:prstGeom>
          <a:solidFill>
            <a:schemeClr val="bg1">
              <a:alpha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5" name="Rectangle 14">
            <a:extLst>
              <a:ext uri="{FF2B5EF4-FFF2-40B4-BE49-F238E27FC236}">
                <a16:creationId xmlns:a16="http://schemas.microsoft.com/office/drawing/2014/main" id="{690814BE-76E8-43EC-9616-A1F02F053AD5}"/>
              </a:ext>
              <a:ext uri="{C183D7F6-B498-43B3-948B-1728B52AA6E4}">
                <adec:decorative xmlns:adec="http://schemas.microsoft.com/office/drawing/2017/decorative" val="1"/>
              </a:ext>
            </a:extLst>
          </p:cNvPr>
          <p:cNvSpPr/>
          <p:nvPr userDrawn="1"/>
        </p:nvSpPr>
        <p:spPr>
          <a:xfrm>
            <a:off x="0" y="3396996"/>
            <a:ext cx="12192001" cy="64008"/>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Content Placeholder 2">
            <a:extLst>
              <a:ext uri="{FF2B5EF4-FFF2-40B4-BE49-F238E27FC236}">
                <a16:creationId xmlns:a16="http://schemas.microsoft.com/office/drawing/2014/main" id="{F8AAA0A6-9D4B-4AA2-82F0-77E5ECF4B647}"/>
              </a:ext>
            </a:extLst>
          </p:cNvPr>
          <p:cNvSpPr>
            <a:spLocks noGrp="1"/>
          </p:cNvSpPr>
          <p:nvPr>
            <p:ph idx="1" hasCustomPrompt="1"/>
          </p:nvPr>
        </p:nvSpPr>
        <p:spPr>
          <a:xfrm>
            <a:off x="7386762" y="3928342"/>
            <a:ext cx="4162319" cy="2285000"/>
          </a:xfrm>
        </p:spPr>
        <p:txBody>
          <a:bodyPr anchor="ctr">
            <a:normAutofit/>
          </a:bodyPr>
          <a:lstStyle>
            <a:lvl1pPr marL="0" indent="0">
              <a:lnSpc>
                <a:spcPct val="100000"/>
              </a:lnSpc>
              <a:spcAft>
                <a:spcPts val="600"/>
              </a:spcAft>
              <a:buNone/>
              <a:defRPr sz="1800" b="0"/>
            </a:lvl1pPr>
          </a:lstStyle>
          <a:p>
            <a:r>
              <a:rPr lang="en-US" dirty="0"/>
              <a:t>Click to add text</a:t>
            </a:r>
          </a:p>
        </p:txBody>
      </p:sp>
      <p:sp>
        <p:nvSpPr>
          <p:cNvPr id="17" name="Footer Placeholder 12">
            <a:extLst>
              <a:ext uri="{FF2B5EF4-FFF2-40B4-BE49-F238E27FC236}">
                <a16:creationId xmlns:a16="http://schemas.microsoft.com/office/drawing/2014/main" id="{8E3FFD99-95F0-47A4-8642-FB9FECEC4F37}"/>
              </a:ext>
            </a:extLst>
          </p:cNvPr>
          <p:cNvSpPr>
            <a:spLocks noGrp="1"/>
          </p:cNvSpPr>
          <p:nvPr>
            <p:ph type="ftr" sz="quarter" idx="11"/>
          </p:nvPr>
        </p:nvSpPr>
        <p:spPr>
          <a:xfrm>
            <a:off x="1525917" y="6309360"/>
            <a:ext cx="4946592" cy="457200"/>
          </a:xfrm>
        </p:spPr>
        <p:txBody>
          <a:bodyPr/>
          <a:lstStyle>
            <a:lvl1pPr>
              <a:defRPr lang="en-US" sz="1200" kern="1200" spc="150" baseline="0" dirty="0">
                <a:solidFill>
                  <a:schemeClr val="tx1">
                    <a:lumMod val="75000"/>
                    <a:lumOff val="25000"/>
                  </a:schemeClr>
                </a:solidFill>
                <a:latin typeface="+mj-lt"/>
                <a:ea typeface="+mn-ea"/>
                <a:cs typeface="+mn-cs"/>
              </a:defRPr>
            </a:lvl1pPr>
          </a:lstStyle>
          <a:p>
            <a:r>
              <a:rPr lang="en-US" dirty="0"/>
              <a:t>Presentation Title</a:t>
            </a:r>
          </a:p>
        </p:txBody>
      </p:sp>
      <p:sp>
        <p:nvSpPr>
          <p:cNvPr id="18" name="Rectangle 17">
            <a:extLst>
              <a:ext uri="{FF2B5EF4-FFF2-40B4-BE49-F238E27FC236}">
                <a16:creationId xmlns:a16="http://schemas.microsoft.com/office/drawing/2014/main" id="{94727536-E532-4015-A178-0ABB6B09C661}"/>
              </a:ext>
              <a:ext uri="{C183D7F6-B498-43B3-948B-1728B52AA6E4}">
                <adec:decorative xmlns:adec="http://schemas.microsoft.com/office/drawing/2017/decorative" val="1"/>
              </a:ext>
            </a:extLst>
          </p:cNvPr>
          <p:cNvSpPr/>
          <p:nvPr userDrawn="1"/>
        </p:nvSpPr>
        <p:spPr>
          <a:xfrm rot="5400000">
            <a:off x="3398931" y="3396997"/>
            <a:ext cx="6858002" cy="64008"/>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Date Placeholder 11">
            <a:extLst>
              <a:ext uri="{FF2B5EF4-FFF2-40B4-BE49-F238E27FC236}">
                <a16:creationId xmlns:a16="http://schemas.microsoft.com/office/drawing/2014/main" id="{22977876-C29D-4D32-9948-303465AEC312}"/>
              </a:ext>
            </a:extLst>
          </p:cNvPr>
          <p:cNvSpPr>
            <a:spLocks noGrp="1"/>
          </p:cNvSpPr>
          <p:nvPr>
            <p:ph type="dt" sz="half" idx="10"/>
          </p:nvPr>
        </p:nvSpPr>
        <p:spPr>
          <a:xfrm>
            <a:off x="7377730" y="6309360"/>
            <a:ext cx="2736329" cy="457200"/>
          </a:xfrm>
        </p:spPr>
        <p:txBody>
          <a:bodyPr/>
          <a:lstStyle/>
          <a:p>
            <a:r>
              <a:rPr lang="en-US" dirty="0"/>
              <a:t>9/8/20XX</a:t>
            </a:r>
          </a:p>
        </p:txBody>
      </p:sp>
      <p:sp>
        <p:nvSpPr>
          <p:cNvPr id="20" name="Slide Number Placeholder 15">
            <a:extLst>
              <a:ext uri="{FF2B5EF4-FFF2-40B4-BE49-F238E27FC236}">
                <a16:creationId xmlns:a16="http://schemas.microsoft.com/office/drawing/2014/main" id="{6A7BC11E-2EF0-4989-9A7E-7AB377DB8534}"/>
              </a:ext>
            </a:extLst>
          </p:cNvPr>
          <p:cNvSpPr>
            <a:spLocks noGrp="1"/>
          </p:cNvSpPr>
          <p:nvPr>
            <p:ph type="sldNum" sz="quarter" idx="12"/>
          </p:nvPr>
        </p:nvSpPr>
        <p:spPr>
          <a:xfrm>
            <a:off x="10569202" y="6309360"/>
            <a:ext cx="979879" cy="457200"/>
          </a:xfrm>
        </p:spPr>
        <p:txBody>
          <a:bodyPr/>
          <a:lstStyle>
            <a:lvl1pPr>
              <a:defRPr sz="1200" b="0"/>
            </a:lvl1pPr>
          </a:lstStyle>
          <a:p>
            <a:fld id="{FAEF9944-A4F6-4C59-AEBD-678D6480B8EA}" type="slidenum">
              <a:rPr lang="en-US" smtClean="0"/>
              <a:pPr/>
              <a:t>‹#›</a:t>
            </a:fld>
            <a:endParaRPr lang="en-US" dirty="0"/>
          </a:p>
        </p:txBody>
      </p:sp>
      <p:sp>
        <p:nvSpPr>
          <p:cNvPr id="2" name="Rectangle 1">
            <a:extLst>
              <a:ext uri="{FF2B5EF4-FFF2-40B4-BE49-F238E27FC236}">
                <a16:creationId xmlns:a16="http://schemas.microsoft.com/office/drawing/2014/main" id="{50557ABF-B75C-BD78-1A04-E483A57A9491}"/>
              </a:ext>
              <a:ext uri="{C183D7F6-B498-43B3-948B-1728B52AA6E4}">
                <adec:decorative xmlns:adec="http://schemas.microsoft.com/office/drawing/2017/decorative" val="1"/>
              </a:ext>
            </a:extLst>
          </p:cNvPr>
          <p:cNvSpPr/>
          <p:nvPr userDrawn="1"/>
        </p:nvSpPr>
        <p:spPr>
          <a:xfrm>
            <a:off x="1067712" y="0"/>
            <a:ext cx="5728216" cy="845521"/>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140183854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preserve="1" userDrawn="1">
  <p:cSld name="1_Title Only">
    <p:spTree>
      <p:nvGrpSpPr>
        <p:cNvPr id="1" name=""/>
        <p:cNvGrpSpPr/>
        <p:nvPr/>
      </p:nvGrpSpPr>
      <p:grpSpPr>
        <a:xfrm>
          <a:off x="0" y="0"/>
          <a:ext cx="0" cy="0"/>
          <a:chOff x="0" y="0"/>
          <a:chExt cx="0" cy="0"/>
        </a:xfrm>
      </p:grpSpPr>
      <p:sp useBgFill="1">
        <p:nvSpPr>
          <p:cNvPr id="52" name="Rectangle 51">
            <a:extLst>
              <a:ext uri="{FF2B5EF4-FFF2-40B4-BE49-F238E27FC236}">
                <a16:creationId xmlns:a16="http://schemas.microsoft.com/office/drawing/2014/main" id="{EA8D8870-8337-4ABD-9EA6-3D5AAB7E42D9}"/>
              </a:ext>
              <a:ext uri="{C183D7F6-B498-43B3-948B-1728B52AA6E4}">
                <adec:decorative xmlns:adec="http://schemas.microsoft.com/office/drawing/2017/decorative" val="1"/>
              </a:ext>
            </a:extLst>
          </p:cNvPr>
          <p:cNvSpPr/>
          <p:nvPr userDrawn="1"/>
        </p:nvSpPr>
        <p:spPr>
          <a:xfrm flipH="1">
            <a:off x="0" y="0"/>
            <a:ext cx="12192001"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3" name="Rectangle 52">
            <a:extLst>
              <a:ext uri="{FF2B5EF4-FFF2-40B4-BE49-F238E27FC236}">
                <a16:creationId xmlns:a16="http://schemas.microsoft.com/office/drawing/2014/main" id="{BAC3B2DB-2CCA-4BD4-8D63-98257049E273}"/>
              </a:ext>
              <a:ext uri="{C183D7F6-B498-43B3-948B-1728B52AA6E4}">
                <adec:decorative xmlns:adec="http://schemas.microsoft.com/office/drawing/2017/decorative" val="1"/>
              </a:ext>
            </a:extLst>
          </p:cNvPr>
          <p:cNvSpPr/>
          <p:nvPr userDrawn="1"/>
        </p:nvSpPr>
        <p:spPr>
          <a:xfrm>
            <a:off x="0" y="825689"/>
            <a:ext cx="12192000" cy="5201731"/>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4" name="Title 1">
            <a:extLst>
              <a:ext uri="{FF2B5EF4-FFF2-40B4-BE49-F238E27FC236}">
                <a16:creationId xmlns:a16="http://schemas.microsoft.com/office/drawing/2014/main" id="{324DAAC3-FA37-4838-A298-327679F99F8A}"/>
              </a:ext>
            </a:extLst>
          </p:cNvPr>
          <p:cNvSpPr>
            <a:spLocks noGrp="1"/>
          </p:cNvSpPr>
          <p:nvPr>
            <p:ph type="ctrTitle" hasCustomPrompt="1"/>
          </p:nvPr>
        </p:nvSpPr>
        <p:spPr>
          <a:xfrm>
            <a:off x="1386629" y="825687"/>
            <a:ext cx="9643772" cy="5201730"/>
          </a:xfrm>
        </p:spPr>
        <p:txBody>
          <a:bodyPr tIns="182880" anchor="ctr" anchorCtr="0">
            <a:noAutofit/>
          </a:bodyPr>
          <a:lstStyle>
            <a:lvl1pPr algn="l">
              <a:lnSpc>
                <a:spcPct val="100000"/>
              </a:lnSpc>
              <a:defRPr sz="4800" cap="all" baseline="0">
                <a:solidFill>
                  <a:schemeClr val="bg1"/>
                </a:solidFill>
              </a:defRPr>
            </a:lvl1pPr>
          </a:lstStyle>
          <a:p>
            <a:r>
              <a:rPr lang="en-US" sz="4400" dirty="0">
                <a:solidFill>
                  <a:schemeClr val="bg1"/>
                </a:solidFill>
              </a:rPr>
              <a:t>CLICK TO ADD TITLE</a:t>
            </a:r>
          </a:p>
        </p:txBody>
      </p:sp>
      <p:sp>
        <p:nvSpPr>
          <p:cNvPr id="56" name="Rectangle 55">
            <a:extLst>
              <a:ext uri="{FF2B5EF4-FFF2-40B4-BE49-F238E27FC236}">
                <a16:creationId xmlns:a16="http://schemas.microsoft.com/office/drawing/2014/main" id="{FB792E4C-AD3B-4E88-8540-E75759746368}"/>
              </a:ext>
              <a:ext uri="{C183D7F6-B498-43B3-948B-1728B52AA6E4}">
                <adec:decorative xmlns:adec="http://schemas.microsoft.com/office/drawing/2017/decorative" val="1"/>
              </a:ext>
            </a:extLst>
          </p:cNvPr>
          <p:cNvSpPr/>
          <p:nvPr userDrawn="1"/>
        </p:nvSpPr>
        <p:spPr>
          <a:xfrm>
            <a:off x="-1" y="889696"/>
            <a:ext cx="1070775" cy="507771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7" name="Rectangle 56">
            <a:extLst>
              <a:ext uri="{FF2B5EF4-FFF2-40B4-BE49-F238E27FC236}">
                <a16:creationId xmlns:a16="http://schemas.microsoft.com/office/drawing/2014/main" id="{6A32632F-9ED1-4328-BBE3-B4E014156A29}"/>
              </a:ext>
              <a:ext uri="{C183D7F6-B498-43B3-948B-1728B52AA6E4}">
                <adec:decorative xmlns:adec="http://schemas.microsoft.com/office/drawing/2017/decorative" val="1"/>
              </a:ext>
            </a:extLst>
          </p:cNvPr>
          <p:cNvSpPr/>
          <p:nvPr userDrawn="1"/>
        </p:nvSpPr>
        <p:spPr>
          <a:xfrm rot="5400000">
            <a:off x="-2365125" y="3396997"/>
            <a:ext cx="6858002" cy="64008"/>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9" name="Rectangle 58">
            <a:extLst>
              <a:ext uri="{FF2B5EF4-FFF2-40B4-BE49-F238E27FC236}">
                <a16:creationId xmlns:a16="http://schemas.microsoft.com/office/drawing/2014/main" id="{EA124D3C-01E3-4B96-BDF0-54851D1739D0}"/>
              </a:ext>
              <a:ext uri="{C183D7F6-B498-43B3-948B-1728B52AA6E4}">
                <adec:decorative xmlns:adec="http://schemas.microsoft.com/office/drawing/2017/decorative" val="1"/>
              </a:ext>
            </a:extLst>
          </p:cNvPr>
          <p:cNvSpPr/>
          <p:nvPr userDrawn="1"/>
        </p:nvSpPr>
        <p:spPr>
          <a:xfrm rot="5400000">
            <a:off x="7658511" y="3396997"/>
            <a:ext cx="6858002" cy="64008"/>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Rectangle 2">
            <a:extLst>
              <a:ext uri="{FF2B5EF4-FFF2-40B4-BE49-F238E27FC236}">
                <a16:creationId xmlns:a16="http://schemas.microsoft.com/office/drawing/2014/main" id="{167A64FF-37A7-4837-8033-CBEA22697ECA}"/>
              </a:ext>
              <a:ext uri="{C183D7F6-B498-43B3-948B-1728B52AA6E4}">
                <adec:decorative xmlns:adec="http://schemas.microsoft.com/office/drawing/2017/decorative" val="1"/>
              </a:ext>
            </a:extLst>
          </p:cNvPr>
          <p:cNvSpPr/>
          <p:nvPr userDrawn="1"/>
        </p:nvSpPr>
        <p:spPr>
          <a:xfrm>
            <a:off x="11119516" y="896046"/>
            <a:ext cx="1070775" cy="5077717"/>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Rectangle 1">
            <a:extLst>
              <a:ext uri="{FF2B5EF4-FFF2-40B4-BE49-F238E27FC236}">
                <a16:creationId xmlns:a16="http://schemas.microsoft.com/office/drawing/2014/main" id="{3FC0C09F-8990-542B-199E-E6FADE2FEEFB}"/>
              </a:ext>
              <a:ext uri="{C183D7F6-B498-43B3-948B-1728B52AA6E4}">
                <adec:decorative xmlns:adec="http://schemas.microsoft.com/office/drawing/2017/decorative" val="1"/>
              </a:ext>
            </a:extLst>
          </p:cNvPr>
          <p:cNvSpPr/>
          <p:nvPr userDrawn="1"/>
        </p:nvSpPr>
        <p:spPr>
          <a:xfrm>
            <a:off x="11119516" y="0"/>
            <a:ext cx="1070775" cy="82568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Rectangle 3">
            <a:extLst>
              <a:ext uri="{FF2B5EF4-FFF2-40B4-BE49-F238E27FC236}">
                <a16:creationId xmlns:a16="http://schemas.microsoft.com/office/drawing/2014/main" id="{1F6F60C3-341E-9533-2415-66360A254A78}"/>
              </a:ext>
              <a:ext uri="{C183D7F6-B498-43B3-948B-1728B52AA6E4}">
                <adec:decorative xmlns:adec="http://schemas.microsoft.com/office/drawing/2017/decorative" val="1"/>
              </a:ext>
            </a:extLst>
          </p:cNvPr>
          <p:cNvSpPr/>
          <p:nvPr userDrawn="1"/>
        </p:nvSpPr>
        <p:spPr>
          <a:xfrm>
            <a:off x="11119515" y="6027421"/>
            <a:ext cx="1070775" cy="83058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2294753914"/>
      </p:ext>
    </p:extLst>
  </p:cSld>
  <p:clrMapOvr>
    <a:masterClrMapping/>
  </p:clrMapOvr>
  <p:extLst>
    <p:ext uri="{DCECCB84-F9BA-43D5-87BE-67443E8EF086}">
      <p15:sldGuideLst xmlns:p15="http://schemas.microsoft.com/office/powerpoint/2012/main">
        <p15:guide id="1" orient="horz" pos="4056">
          <p15:clr>
            <a:srgbClr val="FBAE4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0786F82F-1B47-46ED-8EAE-53EF71E59E9A}"/>
              </a:ext>
            </a:extLst>
          </p:cNvPr>
          <p:cNvSpPr/>
          <p:nvPr/>
        </p:nvSpPr>
        <p:spPr>
          <a:xfrm>
            <a:off x="4718302" y="0"/>
            <a:ext cx="7473698" cy="6858000"/>
          </a:xfrm>
          <a:prstGeom prst="rect">
            <a:avLst/>
          </a:prstGeom>
          <a:solidFill>
            <a:schemeClr val="bg1">
              <a:alpha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Placeholder 1"/>
          <p:cNvSpPr>
            <a:spLocks noGrp="1"/>
          </p:cNvSpPr>
          <p:nvPr>
            <p:ph type="title"/>
          </p:nvPr>
        </p:nvSpPr>
        <p:spPr>
          <a:xfrm>
            <a:off x="642918" y="705113"/>
            <a:ext cx="3411973" cy="5197498"/>
          </a:xfrm>
          <a:prstGeom prst="rect">
            <a:avLst/>
          </a:prstGeom>
        </p:spPr>
        <p:txBody>
          <a:bodyPr vert="horz" lIns="109728" tIns="109728" rIns="109728" bIns="9144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5376671" y="705113"/>
            <a:ext cx="6172412" cy="5197497"/>
          </a:xfrm>
          <a:prstGeom prst="rect">
            <a:avLst/>
          </a:prstGeom>
        </p:spPr>
        <p:txBody>
          <a:bodyPr vert="horz" lIns="109728" tIns="109728" rIns="109728" bIns="9144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642917" y="6309360"/>
            <a:ext cx="3411973" cy="457200"/>
          </a:xfrm>
          <a:prstGeom prst="rect">
            <a:avLst/>
          </a:prstGeom>
        </p:spPr>
        <p:txBody>
          <a:bodyPr vert="horz" lIns="109728" tIns="109728" rIns="109728" bIns="91440" rtlCol="0" anchor="ctr"/>
          <a:lstStyle>
            <a:lvl1pPr algn="l">
              <a:defRPr sz="1200" spc="150" baseline="0">
                <a:solidFill>
                  <a:schemeClr val="tx1">
                    <a:lumMod val="75000"/>
                    <a:lumOff val="25000"/>
                  </a:schemeClr>
                </a:solidFill>
                <a:latin typeface="+mj-lt"/>
              </a:defRPr>
            </a:lvl1pPr>
          </a:lstStyle>
          <a:p>
            <a:r>
              <a:rPr lang="en-US"/>
              <a:t>9/8/20XX</a:t>
            </a:r>
            <a:endParaRPr lang="en-US" dirty="0"/>
          </a:p>
        </p:txBody>
      </p:sp>
      <p:sp>
        <p:nvSpPr>
          <p:cNvPr id="5" name="Footer Placeholder 4"/>
          <p:cNvSpPr>
            <a:spLocks noGrp="1"/>
          </p:cNvSpPr>
          <p:nvPr>
            <p:ph type="ftr" sz="quarter" idx="3"/>
          </p:nvPr>
        </p:nvSpPr>
        <p:spPr>
          <a:xfrm>
            <a:off x="5376670" y="6309360"/>
            <a:ext cx="4946592" cy="457200"/>
          </a:xfrm>
          <a:prstGeom prst="rect">
            <a:avLst/>
          </a:prstGeom>
        </p:spPr>
        <p:txBody>
          <a:bodyPr vert="horz" lIns="109728" tIns="109728" rIns="109728" bIns="91440" rtlCol="0" anchor="ctr"/>
          <a:lstStyle>
            <a:lvl1pPr algn="l">
              <a:defRPr sz="1200" spc="150" baseline="0">
                <a:solidFill>
                  <a:schemeClr val="tx1">
                    <a:lumMod val="75000"/>
                    <a:lumOff val="25000"/>
                  </a:schemeClr>
                </a:solidFill>
                <a:latin typeface="+mj-lt"/>
              </a:defRPr>
            </a:lvl1pPr>
          </a:lstStyle>
          <a:p>
            <a:r>
              <a:rPr lang="en-US"/>
              <a:t>Presentation Title</a:t>
            </a:r>
            <a:endParaRPr lang="en-US" dirty="0"/>
          </a:p>
        </p:txBody>
      </p:sp>
      <p:sp>
        <p:nvSpPr>
          <p:cNvPr id="6" name="Slide Number Placeholder 5"/>
          <p:cNvSpPr>
            <a:spLocks noGrp="1"/>
          </p:cNvSpPr>
          <p:nvPr>
            <p:ph type="sldNum" sz="quarter" idx="4"/>
          </p:nvPr>
        </p:nvSpPr>
        <p:spPr>
          <a:xfrm>
            <a:off x="10569202" y="6309360"/>
            <a:ext cx="979879" cy="457200"/>
          </a:xfrm>
          <a:prstGeom prst="rect">
            <a:avLst/>
          </a:prstGeom>
        </p:spPr>
        <p:txBody>
          <a:bodyPr vert="horz" lIns="109728" tIns="109728" rIns="109728" bIns="91440" rtlCol="0" anchor="b"/>
          <a:lstStyle>
            <a:lvl1pPr algn="r">
              <a:defRPr sz="1600" b="1" spc="150" baseline="0">
                <a:solidFill>
                  <a:schemeClr val="tx1">
                    <a:lumMod val="75000"/>
                    <a:lumOff val="25000"/>
                  </a:schemeClr>
                </a:solidFill>
                <a:latin typeface="+mj-lt"/>
              </a:defRPr>
            </a:lvl1pPr>
          </a:lstStyle>
          <a:p>
            <a:fld id="{FAEF9944-A4F6-4C59-AEBD-678D6480B8EA}" type="slidenum">
              <a:rPr lang="en-US" smtClean="0"/>
              <a:pPr/>
              <a:t>‹#›</a:t>
            </a:fld>
            <a:endParaRPr lang="en-US" dirty="0"/>
          </a:p>
        </p:txBody>
      </p:sp>
      <p:sp>
        <p:nvSpPr>
          <p:cNvPr id="21" name="Rectangle 20">
            <a:extLst>
              <a:ext uri="{FF2B5EF4-FFF2-40B4-BE49-F238E27FC236}">
                <a16:creationId xmlns:a16="http://schemas.microsoft.com/office/drawing/2014/main" id="{EF1BAF6F-6275-4646-9C59-331B29B9550F}"/>
              </a:ext>
            </a:extLst>
          </p:cNvPr>
          <p:cNvSpPr/>
          <p:nvPr/>
        </p:nvSpPr>
        <p:spPr>
          <a:xfrm rot="5400000">
            <a:off x="1257298" y="3396997"/>
            <a:ext cx="6858002" cy="64008"/>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647548972"/>
      </p:ext>
    </p:extLst>
  </p:cSld>
  <p:clrMap bg1="lt1" tx1="dk1" bg2="lt2" tx2="dk2" accent1="accent1" accent2="accent2" accent3="accent3" accent4="accent4" accent5="accent5" accent6="accent6" hlink="hlink" folHlink="folHlink"/>
  <p:sldLayoutIdLst>
    <p:sldLayoutId id="2147483687" r:id="rId1"/>
    <p:sldLayoutId id="2147483688" r:id="rId2"/>
    <p:sldLayoutId id="2147483689" r:id="rId3"/>
    <p:sldLayoutId id="2147483690" r:id="rId4"/>
    <p:sldLayoutId id="2147483691" r:id="rId5"/>
    <p:sldLayoutId id="2147483692" r:id="rId6"/>
    <p:sldLayoutId id="2147483693" r:id="rId7"/>
    <p:sldLayoutId id="2147483694" r:id="rId8"/>
    <p:sldLayoutId id="2147483695" r:id="rId9"/>
    <p:sldLayoutId id="2147483696" r:id="rId10"/>
    <p:sldLayoutId id="2147483697" r:id="rId11"/>
    <p:sldLayoutId id="2147483698" r:id="rId12"/>
    <p:sldLayoutId id="2147483704" r:id="rId13"/>
    <p:sldLayoutId id="2147483705" r:id="rId14"/>
    <p:sldLayoutId id="2147483707" r:id="rId15"/>
    <p:sldLayoutId id="2147483709" r:id="rId16"/>
    <p:sldLayoutId id="2147483682" r:id="rId17"/>
  </p:sldLayoutIdLst>
  <p:hf sldNum="0" hdr="0" ftr="0" dt="0"/>
  <p:txStyles>
    <p:titleStyle>
      <a:lvl1pPr algn="l" defTabSz="914400" rtl="0" eaLnBrk="1" latinLnBrk="0" hangingPunct="1">
        <a:lnSpc>
          <a:spcPct val="150000"/>
        </a:lnSpc>
        <a:spcBef>
          <a:spcPct val="0"/>
        </a:spcBef>
        <a:buNone/>
        <a:defRPr sz="3600" b="1" kern="1200" spc="150" baseline="0">
          <a:solidFill>
            <a:schemeClr val="tx1">
              <a:lumMod val="75000"/>
              <a:lumOff val="25000"/>
            </a:schemeClr>
          </a:solidFill>
          <a:latin typeface="+mj-lt"/>
          <a:ea typeface="+mj-ea"/>
          <a:cs typeface="+mj-cs"/>
        </a:defRPr>
      </a:lvl1pPr>
    </p:titleStyle>
    <p:bodyStyle>
      <a:lvl1pPr marL="0" indent="0" algn="l" defTabSz="914400" rtl="0" eaLnBrk="1" latinLnBrk="0" hangingPunct="1">
        <a:lnSpc>
          <a:spcPct val="140000"/>
        </a:lnSpc>
        <a:spcBef>
          <a:spcPts val="930"/>
        </a:spcBef>
        <a:buFont typeface="Corbel" panose="020B0503020204020204" pitchFamily="34" charset="0"/>
        <a:buNone/>
        <a:defRPr sz="1800" b="1" kern="1200" spc="150" baseline="0">
          <a:solidFill>
            <a:schemeClr val="tx1">
              <a:lumMod val="75000"/>
              <a:lumOff val="25000"/>
            </a:schemeClr>
          </a:solidFill>
          <a:latin typeface="+mn-lt"/>
          <a:ea typeface="+mn-ea"/>
          <a:cs typeface="+mn-cs"/>
        </a:defRPr>
      </a:lvl1pPr>
      <a:lvl2pPr marL="0" indent="0" algn="l" defTabSz="914400" rtl="0" eaLnBrk="1" latinLnBrk="0" hangingPunct="1">
        <a:lnSpc>
          <a:spcPct val="140000"/>
        </a:lnSpc>
        <a:spcBef>
          <a:spcPts val="930"/>
        </a:spcBef>
        <a:buFont typeface="Corbel" panose="020B0503020204020204" pitchFamily="34" charset="0"/>
        <a:buNone/>
        <a:defRPr sz="1600" kern="1200" spc="150" baseline="0">
          <a:solidFill>
            <a:schemeClr val="tx1">
              <a:lumMod val="75000"/>
              <a:lumOff val="25000"/>
            </a:schemeClr>
          </a:solidFill>
          <a:latin typeface="+mn-lt"/>
          <a:ea typeface="+mn-ea"/>
          <a:cs typeface="+mn-cs"/>
        </a:defRPr>
      </a:lvl2pPr>
      <a:lvl3pPr marL="0" indent="-320040" algn="l" defTabSz="914400" rtl="0" eaLnBrk="1" latinLnBrk="0" hangingPunct="1">
        <a:lnSpc>
          <a:spcPct val="140000"/>
        </a:lnSpc>
        <a:spcBef>
          <a:spcPts val="930"/>
        </a:spcBef>
        <a:buFont typeface="Corbel" panose="020B0503020204020204" pitchFamily="34" charset="0"/>
        <a:buChar char="–"/>
        <a:defRPr sz="1400" i="1" kern="1200" spc="150" baseline="0">
          <a:solidFill>
            <a:schemeClr val="tx1">
              <a:lumMod val="75000"/>
              <a:lumOff val="25000"/>
            </a:schemeClr>
          </a:solidFill>
          <a:latin typeface="+mn-lt"/>
          <a:ea typeface="+mn-ea"/>
          <a:cs typeface="+mn-cs"/>
        </a:defRPr>
      </a:lvl3pPr>
      <a:lvl4pPr marL="0" indent="-320040" algn="l" defTabSz="914400" rtl="0" eaLnBrk="1" latinLnBrk="0" hangingPunct="1">
        <a:lnSpc>
          <a:spcPct val="140000"/>
        </a:lnSpc>
        <a:spcBef>
          <a:spcPts val="930"/>
        </a:spcBef>
        <a:buFont typeface="Corbel" panose="020B0503020204020204" pitchFamily="34" charset="0"/>
        <a:buChar char="–"/>
        <a:defRPr sz="1400" kern="1200" spc="150" baseline="0">
          <a:solidFill>
            <a:schemeClr val="tx1">
              <a:lumMod val="75000"/>
              <a:lumOff val="25000"/>
            </a:schemeClr>
          </a:solidFill>
          <a:latin typeface="+mn-lt"/>
          <a:ea typeface="+mn-ea"/>
          <a:cs typeface="+mn-cs"/>
        </a:defRPr>
      </a:lvl4pPr>
      <a:lvl5pPr marL="0" indent="-320040" algn="l" defTabSz="914400" rtl="0" eaLnBrk="1" latinLnBrk="0" hangingPunct="1">
        <a:lnSpc>
          <a:spcPct val="140000"/>
        </a:lnSpc>
        <a:spcBef>
          <a:spcPts val="930"/>
        </a:spcBef>
        <a:buFont typeface="Corbel" panose="020B0503020204020204" pitchFamily="34" charset="0"/>
        <a:buChar char="–"/>
        <a:defRPr sz="1400" i="1" kern="1200" spc="150" baseline="0">
          <a:solidFill>
            <a:schemeClr val="tx1">
              <a:lumMod val="75000"/>
              <a:lumOff val="25000"/>
            </a:schemeClr>
          </a:solidFill>
          <a:latin typeface="+mn-lt"/>
          <a:ea typeface="+mn-ea"/>
          <a:cs typeface="+mn-cs"/>
        </a:defRPr>
      </a:lvl5pPr>
      <a:lvl6pPr marL="1920240" indent="-320040" algn="l" defTabSz="914400" rtl="0" eaLnBrk="1" latinLnBrk="0" hangingPunct="1">
        <a:lnSpc>
          <a:spcPct val="111000"/>
        </a:lnSpc>
        <a:spcBef>
          <a:spcPts val="930"/>
        </a:spcBef>
        <a:buFont typeface="Corbel" panose="020B0503020204020204" pitchFamily="34" charset="0"/>
        <a:buChar char="–"/>
        <a:defRPr sz="1400" kern="1200">
          <a:solidFill>
            <a:schemeClr val="accent1">
              <a:lumMod val="75000"/>
            </a:schemeClr>
          </a:solidFill>
          <a:latin typeface="+mn-lt"/>
          <a:ea typeface="+mn-ea"/>
          <a:cs typeface="+mn-cs"/>
        </a:defRPr>
      </a:lvl6pPr>
      <a:lvl7pPr marL="2240280" indent="-320040" algn="l" defTabSz="914400" rtl="0" eaLnBrk="1" latinLnBrk="0" hangingPunct="1">
        <a:lnSpc>
          <a:spcPct val="111000"/>
        </a:lnSpc>
        <a:spcBef>
          <a:spcPts val="930"/>
        </a:spcBef>
        <a:buFont typeface="Corbel" panose="020B0503020204020204" pitchFamily="34" charset="0"/>
        <a:buChar char="–"/>
        <a:defRPr sz="1400" i="1" kern="1200">
          <a:solidFill>
            <a:schemeClr val="accent1">
              <a:lumMod val="75000"/>
            </a:schemeClr>
          </a:solidFill>
          <a:latin typeface="+mn-lt"/>
          <a:ea typeface="+mn-ea"/>
          <a:cs typeface="+mn-cs"/>
        </a:defRPr>
      </a:lvl7pPr>
      <a:lvl8pPr marL="2560320" indent="-320040" algn="l" defTabSz="914400" rtl="0" eaLnBrk="1" latinLnBrk="0" hangingPunct="1">
        <a:lnSpc>
          <a:spcPct val="111000"/>
        </a:lnSpc>
        <a:spcBef>
          <a:spcPts val="930"/>
        </a:spcBef>
        <a:buFont typeface="Corbel" panose="020B0503020204020204" pitchFamily="34" charset="0"/>
        <a:buChar char="–"/>
        <a:defRPr sz="1400" kern="1200">
          <a:solidFill>
            <a:schemeClr val="accent1">
              <a:lumMod val="75000"/>
            </a:schemeClr>
          </a:solidFill>
          <a:latin typeface="+mn-lt"/>
          <a:ea typeface="+mn-ea"/>
          <a:cs typeface="+mn-cs"/>
        </a:defRPr>
      </a:lvl8pPr>
      <a:lvl9pPr marL="2880360" indent="-320040" algn="l" defTabSz="914400" rtl="0" eaLnBrk="1" latinLnBrk="0" hangingPunct="1">
        <a:lnSpc>
          <a:spcPct val="111000"/>
        </a:lnSpc>
        <a:spcBef>
          <a:spcPts val="930"/>
        </a:spcBef>
        <a:buFont typeface="Corbel" panose="020B0503020204020204" pitchFamily="34" charset="0"/>
        <a:buChar char="–"/>
        <a:defRPr sz="1400" i="1" kern="1200">
          <a:solidFill>
            <a:schemeClr val="accent1">
              <a:lumMod val="7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1848">
          <p15:clr>
            <a:srgbClr val="F26B43"/>
          </p15:clr>
        </p15:guide>
        <p15:guide id="2" orient="horz" pos="3960">
          <p15:clr>
            <a:srgbClr val="F26B43"/>
          </p15:clr>
        </p15:guide>
        <p15:guide id="3" orient="horz" pos="1536">
          <p15:clr>
            <a:srgbClr val="F26B43"/>
          </p15:clr>
        </p15:guide>
        <p15:guide id="4" orient="horz" pos="3840">
          <p15:clr>
            <a:srgbClr val="F26B43"/>
          </p15:clr>
        </p15:guide>
        <p15:guide id="5" pos="4416">
          <p15:clr>
            <a:srgbClr val="F26B43"/>
          </p15:clr>
        </p15:guide>
        <p15:guide id="6" pos="4800">
          <p15:clr>
            <a:srgbClr val="F26B43"/>
          </p15:clr>
        </p15:guide>
        <p15:guide id="7" orient="horz" pos="360">
          <p15:clr>
            <a:srgbClr val="F26B43"/>
          </p15:clr>
        </p15:guide>
        <p15:guide id="8" pos="7368">
          <p15:clr>
            <a:srgbClr val="F26B43"/>
          </p15:clr>
        </p15:guide>
        <p15:guide id="9" pos="240">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4.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5.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4.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5.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5.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6.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0814B6A3-5F3E-4909-8ED5-87FE82492264}"/>
              </a:ext>
            </a:extLst>
          </p:cNvPr>
          <p:cNvSpPr>
            <a:spLocks noGrp="1"/>
          </p:cNvSpPr>
          <p:nvPr>
            <p:ph type="ctrTitle"/>
          </p:nvPr>
        </p:nvSpPr>
        <p:spPr/>
        <p:txBody>
          <a:bodyPr vert="horz" lIns="109728" tIns="109728" rIns="109728" bIns="91440" rtlCol="0" anchor="ctr">
            <a:normAutofit/>
          </a:bodyPr>
          <a:lstStyle/>
          <a:p>
            <a:r>
              <a:rPr lang="en-US" sz="2000" dirty="0"/>
              <a:t>Course registration system – Final Project</a:t>
            </a:r>
            <a:br>
              <a:rPr lang="en-US" sz="2000" dirty="0"/>
            </a:br>
            <a:br>
              <a:rPr lang="en-US" sz="2000" dirty="0"/>
            </a:br>
            <a:r>
              <a:rPr lang="en-US" sz="1800" dirty="0"/>
              <a:t>Ethan </a:t>
            </a:r>
            <a:r>
              <a:rPr lang="en-US" sz="1800" dirty="0" err="1"/>
              <a:t>meier</a:t>
            </a:r>
            <a:br>
              <a:rPr lang="en-US" sz="1800" dirty="0"/>
            </a:br>
            <a:r>
              <a:rPr lang="en-US" sz="1800" dirty="0"/>
              <a:t>CST499: Capstone for computer software Technology</a:t>
            </a:r>
            <a:br>
              <a:rPr lang="en-US" sz="1800" dirty="0"/>
            </a:br>
            <a:r>
              <a:rPr lang="en-US" sz="1800" dirty="0" err="1"/>
              <a:t>Charmelia</a:t>
            </a:r>
            <a:r>
              <a:rPr lang="en-US" sz="1800" dirty="0"/>
              <a:t> butler</a:t>
            </a:r>
            <a:br>
              <a:rPr lang="en-US" sz="1800" dirty="0"/>
            </a:br>
            <a:r>
              <a:rPr lang="en-US" sz="1800" dirty="0"/>
              <a:t>November 17</a:t>
            </a:r>
            <a:r>
              <a:rPr lang="en-US" sz="1800" baseline="30000" dirty="0"/>
              <a:t>th</a:t>
            </a:r>
            <a:r>
              <a:rPr lang="en-US" sz="1800" dirty="0"/>
              <a:t>, 2025</a:t>
            </a:r>
          </a:p>
        </p:txBody>
      </p:sp>
    </p:spTree>
    <p:extLst>
      <p:ext uri="{BB962C8B-B14F-4D97-AF65-F5344CB8AC3E}">
        <p14:creationId xmlns:p14="http://schemas.microsoft.com/office/powerpoint/2010/main" val="2323907241"/>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FDE6B89-9484-4E50-8387-C55E031D8549}"/>
              </a:ext>
            </a:extLst>
          </p:cNvPr>
          <p:cNvSpPr>
            <a:spLocks noGrp="1"/>
          </p:cNvSpPr>
          <p:nvPr>
            <p:ph type="title"/>
          </p:nvPr>
        </p:nvSpPr>
        <p:spPr>
          <a:xfrm>
            <a:off x="787178" y="1361923"/>
            <a:ext cx="6623040" cy="817859"/>
          </a:xfrm>
        </p:spPr>
        <p:txBody>
          <a:bodyPr>
            <a:normAutofit/>
          </a:bodyPr>
          <a:lstStyle/>
          <a:p>
            <a:r>
              <a:rPr lang="en-US" dirty="0"/>
              <a:t>Project Overview</a:t>
            </a:r>
          </a:p>
        </p:txBody>
      </p:sp>
      <p:sp>
        <p:nvSpPr>
          <p:cNvPr id="5" name="Content Placeholder 4">
            <a:extLst>
              <a:ext uri="{FF2B5EF4-FFF2-40B4-BE49-F238E27FC236}">
                <a16:creationId xmlns:a16="http://schemas.microsoft.com/office/drawing/2014/main" id="{30EB58E2-A9A0-481A-8B5B-381B836CE40B}"/>
              </a:ext>
            </a:extLst>
          </p:cNvPr>
          <p:cNvSpPr>
            <a:spLocks noGrp="1"/>
          </p:cNvSpPr>
          <p:nvPr>
            <p:ph sz="quarter" idx="14"/>
          </p:nvPr>
        </p:nvSpPr>
        <p:spPr>
          <a:xfrm>
            <a:off x="787399" y="2346036"/>
            <a:ext cx="6622819" cy="3423375"/>
          </a:xfrm>
        </p:spPr>
        <p:txBody>
          <a:bodyPr>
            <a:normAutofit/>
          </a:bodyPr>
          <a:lstStyle/>
          <a:p>
            <a:r>
              <a:rPr lang="en-US" dirty="0"/>
              <a:t>This project brings together all the work from the past five weeks. It includes the requirements, design, database, web pages, and PHP code for the course registration system. Each part supports the main idea of helping students register for classes online and giving administrators a simple way to manage user and course information.</a:t>
            </a:r>
          </a:p>
        </p:txBody>
      </p:sp>
    </p:spTree>
    <p:extLst>
      <p:ext uri="{BB962C8B-B14F-4D97-AF65-F5344CB8AC3E}">
        <p14:creationId xmlns:p14="http://schemas.microsoft.com/office/powerpoint/2010/main" val="3318299500"/>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0" presetClass="entr" presetSubtype="0" fill="hold" grpId="0" nodeType="clickEffect">
                                  <p:stCondLst>
                                    <p:cond delay="0"/>
                                  </p:stCondLst>
                                  <p:childTnLst>
                                    <p:set>
                                      <p:cBhvr>
                                        <p:cTn id="12" dur="1" fill="hold">
                                          <p:stCondLst>
                                            <p:cond delay="0"/>
                                          </p:stCondLst>
                                        </p:cTn>
                                        <p:tgtEl>
                                          <p:spTgt spid="5">
                                            <p:txEl>
                                              <p:pRg st="0" end="0"/>
                                            </p:txEl>
                                          </p:spTgt>
                                        </p:tgtEl>
                                        <p:attrNameLst>
                                          <p:attrName>style.visibility</p:attrName>
                                        </p:attrNameLst>
                                      </p:cBhvr>
                                      <p:to>
                                        <p:strVal val="visible"/>
                                      </p:to>
                                    </p:set>
                                    <p:animEffect transition="in" filter="fade">
                                      <p:cBhvr>
                                        <p:cTn id="13" dur="500"/>
                                        <p:tgtEl>
                                          <p:spTgt spid="5">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build="p"/>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D30E0F-10C6-298A-C347-E831FFF4ECB8}"/>
              </a:ext>
            </a:extLst>
          </p:cNvPr>
          <p:cNvSpPr>
            <a:spLocks noGrp="1"/>
          </p:cNvSpPr>
          <p:nvPr>
            <p:ph type="title"/>
          </p:nvPr>
        </p:nvSpPr>
        <p:spPr/>
        <p:txBody>
          <a:bodyPr/>
          <a:lstStyle/>
          <a:p>
            <a:r>
              <a:rPr lang="en-US" dirty="0"/>
              <a:t>SRS Summary</a:t>
            </a:r>
          </a:p>
        </p:txBody>
      </p:sp>
      <p:sp>
        <p:nvSpPr>
          <p:cNvPr id="3" name="Content Placeholder 2">
            <a:extLst>
              <a:ext uri="{FF2B5EF4-FFF2-40B4-BE49-F238E27FC236}">
                <a16:creationId xmlns:a16="http://schemas.microsoft.com/office/drawing/2014/main" id="{41191CC7-9CF2-71F0-1AD4-791EA9CBAD97}"/>
              </a:ext>
            </a:extLst>
          </p:cNvPr>
          <p:cNvSpPr>
            <a:spLocks noGrp="1"/>
          </p:cNvSpPr>
          <p:nvPr>
            <p:ph sz="quarter" idx="18"/>
          </p:nvPr>
        </p:nvSpPr>
        <p:spPr/>
        <p:txBody>
          <a:bodyPr>
            <a:normAutofit/>
          </a:bodyPr>
          <a:lstStyle/>
          <a:p>
            <a:r>
              <a:rPr lang="en-US" sz="2000" dirty="0"/>
              <a:t>The SRS listed what the system should do. It explained the goals, functional requirements, non-functional requirements, and limits that the project needed to follow. It helped guide the design and kept the development on track while building the course registration system.</a:t>
            </a:r>
          </a:p>
        </p:txBody>
      </p:sp>
    </p:spTree>
    <p:extLst>
      <p:ext uri="{BB962C8B-B14F-4D97-AF65-F5344CB8AC3E}">
        <p14:creationId xmlns:p14="http://schemas.microsoft.com/office/powerpoint/2010/main" val="2225637236"/>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0" presetClass="entr" presetSubtype="0" fill="hold" grpId="0" nodeType="clickEffect">
                                  <p:stCondLst>
                                    <p:cond delay="0"/>
                                  </p:stCondLst>
                                  <p:childTnLst>
                                    <p:set>
                                      <p:cBhvr>
                                        <p:cTn id="12" dur="1" fill="hold">
                                          <p:stCondLst>
                                            <p:cond delay="0"/>
                                          </p:stCondLst>
                                        </p:cTn>
                                        <p:tgtEl>
                                          <p:spTgt spid="3">
                                            <p:txEl>
                                              <p:pRg st="0" end="0"/>
                                            </p:txEl>
                                          </p:spTgt>
                                        </p:tgtEl>
                                        <p:attrNameLst>
                                          <p:attrName>style.visibility</p:attrName>
                                        </p:attrNameLst>
                                      </p:cBhvr>
                                      <p:to>
                                        <p:strVal val="visible"/>
                                      </p:to>
                                    </p:set>
                                    <p:animEffect transition="in" filter="fade">
                                      <p:cBhvr>
                                        <p:cTn id="13" dur="5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0D2769-08DE-E62F-163A-27A5442A9FFA}"/>
              </a:ext>
            </a:extLst>
          </p:cNvPr>
          <p:cNvSpPr>
            <a:spLocks noGrp="1"/>
          </p:cNvSpPr>
          <p:nvPr>
            <p:ph type="title"/>
          </p:nvPr>
        </p:nvSpPr>
        <p:spPr/>
        <p:txBody>
          <a:bodyPr/>
          <a:lstStyle/>
          <a:p>
            <a:r>
              <a:rPr lang="en-US" dirty="0"/>
              <a:t>UML Design Model</a:t>
            </a:r>
          </a:p>
        </p:txBody>
      </p:sp>
      <p:sp>
        <p:nvSpPr>
          <p:cNvPr id="3" name="Content Placeholder 2">
            <a:extLst>
              <a:ext uri="{FF2B5EF4-FFF2-40B4-BE49-F238E27FC236}">
                <a16:creationId xmlns:a16="http://schemas.microsoft.com/office/drawing/2014/main" id="{3EAD3192-D337-8C2E-FAAC-9B46B5DFBD21}"/>
              </a:ext>
            </a:extLst>
          </p:cNvPr>
          <p:cNvSpPr>
            <a:spLocks noGrp="1"/>
          </p:cNvSpPr>
          <p:nvPr>
            <p:ph sz="quarter" idx="16"/>
          </p:nvPr>
        </p:nvSpPr>
        <p:spPr>
          <a:xfrm>
            <a:off x="4506741" y="3153102"/>
            <a:ext cx="7042335" cy="2785879"/>
          </a:xfrm>
        </p:spPr>
        <p:txBody>
          <a:bodyPr>
            <a:noAutofit/>
          </a:bodyPr>
          <a:lstStyle/>
          <a:p>
            <a:r>
              <a:rPr lang="en-US" sz="2000" dirty="0"/>
              <a:t>The UML diagrams showed how the system works. These included the use case model, class diagram, sequence diagram, activity diagram, and state diagram. Each diagram explained a different part of the system and helped organize the design before any coding was done.</a:t>
            </a:r>
          </a:p>
        </p:txBody>
      </p:sp>
    </p:spTree>
    <p:extLst>
      <p:ext uri="{BB962C8B-B14F-4D97-AF65-F5344CB8AC3E}">
        <p14:creationId xmlns:p14="http://schemas.microsoft.com/office/powerpoint/2010/main" val="4065057152"/>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0" presetClass="entr" presetSubtype="0" fill="hold" grpId="0" nodeType="clickEffect">
                                  <p:stCondLst>
                                    <p:cond delay="0"/>
                                  </p:stCondLst>
                                  <p:childTnLst>
                                    <p:set>
                                      <p:cBhvr>
                                        <p:cTn id="12" dur="1" fill="hold">
                                          <p:stCondLst>
                                            <p:cond delay="0"/>
                                          </p:stCondLst>
                                        </p:cTn>
                                        <p:tgtEl>
                                          <p:spTgt spid="3">
                                            <p:txEl>
                                              <p:pRg st="0" end="0"/>
                                            </p:txEl>
                                          </p:spTgt>
                                        </p:tgtEl>
                                        <p:attrNameLst>
                                          <p:attrName>style.visibility</p:attrName>
                                        </p:attrNameLst>
                                      </p:cBhvr>
                                      <p:to>
                                        <p:strVal val="visible"/>
                                      </p:to>
                                    </p:set>
                                    <p:animEffect transition="in" filter="fade">
                                      <p:cBhvr>
                                        <p:cTn id="13" dur="5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D30E0F-10C6-298A-C347-E831FFF4ECB8}"/>
              </a:ext>
            </a:extLst>
          </p:cNvPr>
          <p:cNvSpPr>
            <a:spLocks noGrp="1"/>
          </p:cNvSpPr>
          <p:nvPr>
            <p:ph type="title"/>
          </p:nvPr>
        </p:nvSpPr>
        <p:spPr/>
        <p:txBody>
          <a:bodyPr/>
          <a:lstStyle/>
          <a:p>
            <a:r>
              <a:rPr lang="en-US" dirty="0"/>
              <a:t>Landing &amp; Login Pages</a:t>
            </a:r>
          </a:p>
        </p:txBody>
      </p:sp>
      <p:sp>
        <p:nvSpPr>
          <p:cNvPr id="7" name="Content Placeholder 6">
            <a:extLst>
              <a:ext uri="{FF2B5EF4-FFF2-40B4-BE49-F238E27FC236}">
                <a16:creationId xmlns:a16="http://schemas.microsoft.com/office/drawing/2014/main" id="{7078F1DC-7EF8-5514-E97B-D47663F284D3}"/>
              </a:ext>
            </a:extLst>
          </p:cNvPr>
          <p:cNvSpPr>
            <a:spLocks noGrp="1"/>
          </p:cNvSpPr>
          <p:nvPr>
            <p:ph sz="quarter" idx="19"/>
          </p:nvPr>
        </p:nvSpPr>
        <p:spPr>
          <a:xfrm>
            <a:off x="648935" y="2505083"/>
            <a:ext cx="11219340" cy="2408663"/>
          </a:xfrm>
        </p:spPr>
        <p:txBody>
          <a:bodyPr>
            <a:normAutofit/>
          </a:bodyPr>
          <a:lstStyle/>
          <a:p>
            <a:r>
              <a:rPr lang="en-US" sz="2000" dirty="0"/>
              <a:t>The landing page is the first page of the project and lets users choose between registering or logging in. The login page checks the user’s information against the database. The registration page creates new accounts and saves user data in the database.</a:t>
            </a:r>
          </a:p>
          <a:p>
            <a:endParaRPr lang="en-US" dirty="0"/>
          </a:p>
        </p:txBody>
      </p:sp>
    </p:spTree>
    <p:extLst>
      <p:ext uri="{BB962C8B-B14F-4D97-AF65-F5344CB8AC3E}">
        <p14:creationId xmlns:p14="http://schemas.microsoft.com/office/powerpoint/2010/main" val="4153247059"/>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0" presetClass="entr" presetSubtype="0" fill="hold" grpId="0" nodeType="clickEffect">
                                  <p:stCondLst>
                                    <p:cond delay="0"/>
                                  </p:stCondLst>
                                  <p:childTnLst>
                                    <p:set>
                                      <p:cBhvr>
                                        <p:cTn id="12" dur="1" fill="hold">
                                          <p:stCondLst>
                                            <p:cond delay="0"/>
                                          </p:stCondLst>
                                        </p:cTn>
                                        <p:tgtEl>
                                          <p:spTgt spid="7">
                                            <p:txEl>
                                              <p:pRg st="0" end="0"/>
                                            </p:txEl>
                                          </p:spTgt>
                                        </p:tgtEl>
                                        <p:attrNameLst>
                                          <p:attrName>style.visibility</p:attrName>
                                        </p:attrNameLst>
                                      </p:cBhvr>
                                      <p:to>
                                        <p:strVal val="visible"/>
                                      </p:to>
                                    </p:set>
                                    <p:animEffect transition="in" filter="fade">
                                      <p:cBhvr>
                                        <p:cTn id="13" dur="500"/>
                                        <p:tgtEl>
                                          <p:spTgt spid="7">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7" grpId="0" build="p"/>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5D6257-1866-8A96-8E10-A6D071352E3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993EB6B-CFDB-427C-12C7-4A3F84AE66E6}"/>
              </a:ext>
            </a:extLst>
          </p:cNvPr>
          <p:cNvSpPr>
            <a:spLocks noGrp="1"/>
          </p:cNvSpPr>
          <p:nvPr>
            <p:ph type="title"/>
          </p:nvPr>
        </p:nvSpPr>
        <p:spPr/>
        <p:txBody>
          <a:bodyPr/>
          <a:lstStyle/>
          <a:p>
            <a:r>
              <a:rPr lang="en-US" dirty="0"/>
              <a:t>Enrollment Pages</a:t>
            </a:r>
          </a:p>
        </p:txBody>
      </p:sp>
      <p:sp>
        <p:nvSpPr>
          <p:cNvPr id="3" name="Content Placeholder 2">
            <a:extLst>
              <a:ext uri="{FF2B5EF4-FFF2-40B4-BE49-F238E27FC236}">
                <a16:creationId xmlns:a16="http://schemas.microsoft.com/office/drawing/2014/main" id="{DA0ECD55-9A47-1557-AB28-7B83E0382EB4}"/>
              </a:ext>
            </a:extLst>
          </p:cNvPr>
          <p:cNvSpPr>
            <a:spLocks noGrp="1"/>
          </p:cNvSpPr>
          <p:nvPr>
            <p:ph sz="quarter" idx="16"/>
          </p:nvPr>
        </p:nvSpPr>
        <p:spPr>
          <a:xfrm>
            <a:off x="4506741" y="3153102"/>
            <a:ext cx="7042335" cy="2785879"/>
          </a:xfrm>
        </p:spPr>
        <p:txBody>
          <a:bodyPr>
            <a:noAutofit/>
          </a:bodyPr>
          <a:lstStyle/>
          <a:p>
            <a:r>
              <a:rPr lang="en-US" sz="2000" dirty="0"/>
              <a:t>These pages let users view classes, sign up for classes, drop classes, and update their schedule. They connect to the database so the system can show the correct results for each student.</a:t>
            </a:r>
          </a:p>
        </p:txBody>
      </p:sp>
    </p:spTree>
    <p:extLst>
      <p:ext uri="{BB962C8B-B14F-4D97-AF65-F5344CB8AC3E}">
        <p14:creationId xmlns:p14="http://schemas.microsoft.com/office/powerpoint/2010/main" val="3837925531"/>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0" presetClass="entr" presetSubtype="0" fill="hold" nodeType="clickEffect">
                                  <p:stCondLst>
                                    <p:cond delay="0"/>
                                  </p:stCondLst>
                                  <p:childTnLst>
                                    <p:set>
                                      <p:cBhvr>
                                        <p:cTn id="12" dur="1" fill="hold">
                                          <p:stCondLst>
                                            <p:cond delay="0"/>
                                          </p:stCondLst>
                                        </p:cTn>
                                        <p:tgtEl>
                                          <p:spTgt spid="3">
                                            <p:txEl>
                                              <p:pRg st="0" end="0"/>
                                            </p:txEl>
                                          </p:spTgt>
                                        </p:tgtEl>
                                        <p:attrNameLst>
                                          <p:attrName>style.visibility</p:attrName>
                                        </p:attrNameLst>
                                      </p:cBhvr>
                                      <p:to>
                                        <p:strVal val="visible"/>
                                      </p:to>
                                    </p:set>
                                    <p:animEffect transition="in" filter="fade">
                                      <p:cBhvr>
                                        <p:cTn id="13" dur="5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6C3695-308B-8E80-BF76-B6D8251ED5D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91A50FB-7C68-0A93-B963-928C6287F832}"/>
              </a:ext>
            </a:extLst>
          </p:cNvPr>
          <p:cNvSpPr>
            <a:spLocks noGrp="1"/>
          </p:cNvSpPr>
          <p:nvPr>
            <p:ph type="title"/>
          </p:nvPr>
        </p:nvSpPr>
        <p:spPr/>
        <p:txBody>
          <a:bodyPr/>
          <a:lstStyle/>
          <a:p>
            <a:r>
              <a:rPr lang="en-US" dirty="0"/>
              <a:t>Database &amp; Tables</a:t>
            </a:r>
          </a:p>
        </p:txBody>
      </p:sp>
      <p:sp>
        <p:nvSpPr>
          <p:cNvPr id="7" name="Content Placeholder 6">
            <a:extLst>
              <a:ext uri="{FF2B5EF4-FFF2-40B4-BE49-F238E27FC236}">
                <a16:creationId xmlns:a16="http://schemas.microsoft.com/office/drawing/2014/main" id="{006DA882-3932-85F7-1AB8-1D08B7E7659F}"/>
              </a:ext>
            </a:extLst>
          </p:cNvPr>
          <p:cNvSpPr>
            <a:spLocks noGrp="1"/>
          </p:cNvSpPr>
          <p:nvPr>
            <p:ph sz="quarter" idx="19"/>
          </p:nvPr>
        </p:nvSpPr>
        <p:spPr>
          <a:xfrm>
            <a:off x="648935" y="2505083"/>
            <a:ext cx="11219340" cy="2408663"/>
          </a:xfrm>
        </p:spPr>
        <p:txBody>
          <a:bodyPr>
            <a:normAutofit/>
          </a:bodyPr>
          <a:lstStyle/>
          <a:p>
            <a:r>
              <a:rPr lang="en-US" sz="2000" dirty="0"/>
              <a:t>The MySQL database was built with tables for users, courses, and registrations. The tables store login information, course details, and the classes each student picks. Each table works with the PHP code to save and load data for the site.</a:t>
            </a:r>
            <a:endParaRPr lang="en-US" dirty="0"/>
          </a:p>
        </p:txBody>
      </p:sp>
    </p:spTree>
    <p:extLst>
      <p:ext uri="{BB962C8B-B14F-4D97-AF65-F5344CB8AC3E}">
        <p14:creationId xmlns:p14="http://schemas.microsoft.com/office/powerpoint/2010/main" val="3221243014"/>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0" presetClass="entr" presetSubtype="0" fill="hold" nodeType="clickEffect">
                                  <p:stCondLst>
                                    <p:cond delay="0"/>
                                  </p:stCondLst>
                                  <p:childTnLst>
                                    <p:set>
                                      <p:cBhvr>
                                        <p:cTn id="12" dur="1" fill="hold">
                                          <p:stCondLst>
                                            <p:cond delay="0"/>
                                          </p:stCondLst>
                                        </p:cTn>
                                        <p:tgtEl>
                                          <p:spTgt spid="7">
                                            <p:txEl>
                                              <p:pRg st="0" end="0"/>
                                            </p:txEl>
                                          </p:spTgt>
                                        </p:tgtEl>
                                        <p:attrNameLst>
                                          <p:attrName>style.visibility</p:attrName>
                                        </p:attrNameLst>
                                      </p:cBhvr>
                                      <p:to>
                                        <p:strVal val="visible"/>
                                      </p:to>
                                    </p:set>
                                    <p:animEffect transition="in" filter="fade">
                                      <p:cBhvr>
                                        <p:cTn id="13" dur="500"/>
                                        <p:tgtEl>
                                          <p:spTgt spid="7">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E1DFF4-8542-770C-9891-0A35E81FB60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BF68296-213C-2A9B-5AFE-D67EC51F64E5}"/>
              </a:ext>
            </a:extLst>
          </p:cNvPr>
          <p:cNvSpPr>
            <a:spLocks noGrp="1"/>
          </p:cNvSpPr>
          <p:nvPr>
            <p:ph type="title"/>
          </p:nvPr>
        </p:nvSpPr>
        <p:spPr/>
        <p:txBody>
          <a:bodyPr/>
          <a:lstStyle/>
          <a:p>
            <a:r>
              <a:rPr lang="en-US" dirty="0"/>
              <a:t>PHP Code Summary</a:t>
            </a:r>
          </a:p>
        </p:txBody>
      </p:sp>
      <p:sp>
        <p:nvSpPr>
          <p:cNvPr id="7" name="Content Placeholder 6">
            <a:extLst>
              <a:ext uri="{FF2B5EF4-FFF2-40B4-BE49-F238E27FC236}">
                <a16:creationId xmlns:a16="http://schemas.microsoft.com/office/drawing/2014/main" id="{4AF1145C-7796-4D83-7801-8F9A04E22A87}"/>
              </a:ext>
            </a:extLst>
          </p:cNvPr>
          <p:cNvSpPr>
            <a:spLocks noGrp="1"/>
          </p:cNvSpPr>
          <p:nvPr>
            <p:ph sz="quarter" idx="19"/>
          </p:nvPr>
        </p:nvSpPr>
        <p:spPr>
          <a:xfrm>
            <a:off x="648935" y="2505083"/>
            <a:ext cx="11219340" cy="2408663"/>
          </a:xfrm>
        </p:spPr>
        <p:txBody>
          <a:bodyPr>
            <a:normAutofit/>
          </a:bodyPr>
          <a:lstStyle/>
          <a:p>
            <a:r>
              <a:rPr lang="en-US" sz="2000" dirty="0"/>
              <a:t>PHP was used to connect each page to the database. It handled login checks, account creation, saving registrations, and showing the student’s classes. A custom database class helped keep the code simple and organized.</a:t>
            </a:r>
          </a:p>
        </p:txBody>
      </p:sp>
    </p:spTree>
    <p:extLst>
      <p:ext uri="{BB962C8B-B14F-4D97-AF65-F5344CB8AC3E}">
        <p14:creationId xmlns:p14="http://schemas.microsoft.com/office/powerpoint/2010/main" val="3656545461"/>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0" presetClass="entr" presetSubtype="0" fill="hold" grpId="0" nodeType="clickEffect">
                                  <p:stCondLst>
                                    <p:cond delay="0"/>
                                  </p:stCondLst>
                                  <p:childTnLst>
                                    <p:set>
                                      <p:cBhvr>
                                        <p:cTn id="12" dur="1" fill="hold">
                                          <p:stCondLst>
                                            <p:cond delay="0"/>
                                          </p:stCondLst>
                                        </p:cTn>
                                        <p:tgtEl>
                                          <p:spTgt spid="7">
                                            <p:txEl>
                                              <p:pRg st="0" end="0"/>
                                            </p:txEl>
                                          </p:spTgt>
                                        </p:tgtEl>
                                        <p:attrNameLst>
                                          <p:attrName>style.visibility</p:attrName>
                                        </p:attrNameLst>
                                      </p:cBhvr>
                                      <p:to>
                                        <p:strVal val="visible"/>
                                      </p:to>
                                    </p:set>
                                    <p:animEffect transition="in" filter="fade">
                                      <p:cBhvr>
                                        <p:cTn id="13" dur="500"/>
                                        <p:tgtEl>
                                          <p:spTgt spid="7">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7" grpId="0"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09B82D-06AB-DFCD-43EA-A293E7813F0D}"/>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76CA4877-E4C0-E953-9B5D-240BEA48AA52}"/>
              </a:ext>
            </a:extLst>
          </p:cNvPr>
          <p:cNvSpPr>
            <a:spLocks noGrp="1"/>
          </p:cNvSpPr>
          <p:nvPr>
            <p:ph type="title"/>
          </p:nvPr>
        </p:nvSpPr>
        <p:spPr/>
        <p:txBody>
          <a:bodyPr>
            <a:normAutofit/>
          </a:bodyPr>
          <a:lstStyle/>
          <a:p>
            <a:r>
              <a:rPr lang="en-US" dirty="0"/>
              <a:t>Implementation Experience</a:t>
            </a:r>
          </a:p>
        </p:txBody>
      </p:sp>
      <p:sp>
        <p:nvSpPr>
          <p:cNvPr id="5" name="Content Placeholder 4">
            <a:extLst>
              <a:ext uri="{FF2B5EF4-FFF2-40B4-BE49-F238E27FC236}">
                <a16:creationId xmlns:a16="http://schemas.microsoft.com/office/drawing/2014/main" id="{F3A969CE-281E-3C1F-FB16-E72DFD5EC253}"/>
              </a:ext>
            </a:extLst>
          </p:cNvPr>
          <p:cNvSpPr>
            <a:spLocks noGrp="1"/>
          </p:cNvSpPr>
          <p:nvPr>
            <p:ph sz="quarter" idx="14"/>
          </p:nvPr>
        </p:nvSpPr>
        <p:spPr/>
        <p:txBody>
          <a:bodyPr>
            <a:normAutofit/>
          </a:bodyPr>
          <a:lstStyle/>
          <a:p>
            <a:r>
              <a:rPr lang="en-US" dirty="0"/>
              <a:t>The project combined design, coding, testing, debugging, and database work. It took time to connect everything, but each step helped the next. The screenshots from the browser and phpMyAdmin confirmed that the pages and database worked the way they should.</a:t>
            </a:r>
          </a:p>
        </p:txBody>
      </p:sp>
    </p:spTree>
    <p:extLst>
      <p:ext uri="{BB962C8B-B14F-4D97-AF65-F5344CB8AC3E}">
        <p14:creationId xmlns:p14="http://schemas.microsoft.com/office/powerpoint/2010/main" val="2421295162"/>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0" presetClass="entr" presetSubtype="0" fill="hold" grpId="0" nodeType="clickEffect">
                                  <p:stCondLst>
                                    <p:cond delay="0"/>
                                  </p:stCondLst>
                                  <p:childTnLst>
                                    <p:set>
                                      <p:cBhvr>
                                        <p:cTn id="12" dur="1" fill="hold">
                                          <p:stCondLst>
                                            <p:cond delay="0"/>
                                          </p:stCondLst>
                                        </p:cTn>
                                        <p:tgtEl>
                                          <p:spTgt spid="5">
                                            <p:txEl>
                                              <p:pRg st="0" end="0"/>
                                            </p:txEl>
                                          </p:spTgt>
                                        </p:tgtEl>
                                        <p:attrNameLst>
                                          <p:attrName>style.visibility</p:attrName>
                                        </p:attrNameLst>
                                      </p:cBhvr>
                                      <p:to>
                                        <p:strVal val="visible"/>
                                      </p:to>
                                    </p:set>
                                    <p:animEffect transition="in" filter="fade">
                                      <p:cBhvr>
                                        <p:cTn id="13" dur="500"/>
                                        <p:tgtEl>
                                          <p:spTgt spid="5">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64081DB-1923-4878-AB15-AD54F35A1DC7}"/>
              </a:ext>
            </a:extLst>
          </p:cNvPr>
          <p:cNvSpPr>
            <a:spLocks noGrp="1"/>
          </p:cNvSpPr>
          <p:nvPr>
            <p:ph type="title"/>
          </p:nvPr>
        </p:nvSpPr>
        <p:spPr/>
        <p:txBody>
          <a:bodyPr/>
          <a:lstStyle/>
          <a:p>
            <a:r>
              <a:rPr lang="en-US" dirty="0"/>
              <a:t>References</a:t>
            </a:r>
          </a:p>
        </p:txBody>
      </p:sp>
      <p:sp>
        <p:nvSpPr>
          <p:cNvPr id="5" name="Content Placeholder 4">
            <a:extLst>
              <a:ext uri="{FF2B5EF4-FFF2-40B4-BE49-F238E27FC236}">
                <a16:creationId xmlns:a16="http://schemas.microsoft.com/office/drawing/2014/main" id="{5755816F-F516-477A-8EF2-D8CA20267590}"/>
              </a:ext>
            </a:extLst>
          </p:cNvPr>
          <p:cNvSpPr>
            <a:spLocks noGrp="1"/>
          </p:cNvSpPr>
          <p:nvPr>
            <p:ph idx="1"/>
          </p:nvPr>
        </p:nvSpPr>
        <p:spPr/>
        <p:txBody>
          <a:bodyPr>
            <a:normAutofit fontScale="77500" lnSpcReduction="20000"/>
          </a:bodyPr>
          <a:lstStyle/>
          <a:p>
            <a:r>
              <a:rPr lang="en-US" sz="1700" dirty="0"/>
              <a:t>Mathues, S. (2023). </a:t>
            </a:r>
            <a:r>
              <a:rPr lang="en-US" sz="1700" i="1" dirty="0"/>
              <a:t>One step at a time: A roadmap for problem solving and making a difference.</a:t>
            </a:r>
            <a:r>
              <a:rPr lang="en-US" sz="1700" dirty="0"/>
              <a:t> University of Arizona Global Campus.</a:t>
            </a:r>
          </a:p>
          <a:p>
            <a:r>
              <a:rPr lang="en-US" sz="1700" dirty="0"/>
              <a:t>Sommerville, I. (2016). </a:t>
            </a:r>
            <a:r>
              <a:rPr lang="en-US" sz="1700" i="1" dirty="0"/>
              <a:t>Software engineering</a:t>
            </a:r>
            <a:r>
              <a:rPr lang="en-US" sz="1700" dirty="0"/>
              <a:t> (10th ed.). Pearson.</a:t>
            </a:r>
          </a:p>
          <a:p>
            <a:r>
              <a:rPr lang="en-US" sz="1700" dirty="0"/>
              <a:t>Tsui, F., Karam, O., and Bernal, B. (2018). </a:t>
            </a:r>
            <a:r>
              <a:rPr lang="en-US" sz="1700" i="1" dirty="0"/>
              <a:t>Essentials of software engineering</a:t>
            </a:r>
            <a:r>
              <a:rPr lang="en-US" sz="1700" dirty="0"/>
              <a:t> (5th ed.). Jones and Bartlett Learning.</a:t>
            </a:r>
          </a:p>
          <a:p>
            <a:endParaRPr lang="en-US" dirty="0"/>
          </a:p>
        </p:txBody>
      </p:sp>
    </p:spTree>
    <p:extLst>
      <p:ext uri="{BB962C8B-B14F-4D97-AF65-F5344CB8AC3E}">
        <p14:creationId xmlns:p14="http://schemas.microsoft.com/office/powerpoint/2010/main" val="798203993"/>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 calcmode="lin" valueType="num">
                                      <p:cBhvr additive="base">
                                        <p:cTn id="7" dur="500" fill="hold"/>
                                        <p:tgtEl>
                                          <p:spTgt spid="5">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5">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5">
                                            <p:txEl>
                                              <p:pRg st="1" end="1"/>
                                            </p:txEl>
                                          </p:spTgt>
                                        </p:tgtEl>
                                        <p:attrNameLst>
                                          <p:attrName>style.visibility</p:attrName>
                                        </p:attrNameLst>
                                      </p:cBhvr>
                                      <p:to>
                                        <p:strVal val="visible"/>
                                      </p:to>
                                    </p:set>
                                    <p:anim calcmode="lin" valueType="num">
                                      <p:cBhvr additive="base">
                                        <p:cTn id="13" dur="500" fill="hold"/>
                                        <p:tgtEl>
                                          <p:spTgt spid="5">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5">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5">
                                            <p:txEl>
                                              <p:pRg st="2" end="2"/>
                                            </p:txEl>
                                          </p:spTgt>
                                        </p:tgtEl>
                                        <p:attrNameLst>
                                          <p:attrName>style.visibility</p:attrName>
                                        </p:attrNameLst>
                                      </p:cBhvr>
                                      <p:to>
                                        <p:strVal val="visible"/>
                                      </p:to>
                                    </p:set>
                                    <p:anim calcmode="lin" valueType="num">
                                      <p:cBhvr additive="base">
                                        <p:cTn id="19" dur="500" fill="hold"/>
                                        <p:tgtEl>
                                          <p:spTgt spid="5">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5">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4"/>
                                        </p:tgtEl>
                                        <p:attrNameLst>
                                          <p:attrName>style.visibility</p:attrName>
                                        </p:attrNameLst>
                                      </p:cBhvr>
                                      <p:to>
                                        <p:strVal val="visible"/>
                                      </p:to>
                                    </p:set>
                                    <p:anim calcmode="lin" valueType="num">
                                      <p:cBhvr additive="base">
                                        <p:cTn id="25" dur="500" fill="hold"/>
                                        <p:tgtEl>
                                          <p:spTgt spid="4"/>
                                        </p:tgtEl>
                                        <p:attrNameLst>
                                          <p:attrName>ppt_x</p:attrName>
                                        </p:attrNameLst>
                                      </p:cBhvr>
                                      <p:tavLst>
                                        <p:tav tm="0">
                                          <p:val>
                                            <p:strVal val="#ppt_x"/>
                                          </p:val>
                                        </p:tav>
                                        <p:tav tm="100000">
                                          <p:val>
                                            <p:strVal val="#ppt_x"/>
                                          </p:val>
                                        </p:tav>
                                      </p:tavLst>
                                    </p:anim>
                                    <p:anim calcmode="lin" valueType="num">
                                      <p:cBhvr additive="base">
                                        <p:cTn id="26"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build="p"/>
    </p:bldLst>
  </p:timing>
</p:sld>
</file>

<file path=ppt/theme/theme1.xml><?xml version="1.0" encoding="utf-8"?>
<a:theme xmlns:a="http://schemas.openxmlformats.org/drawingml/2006/main" name="ShojiVTI">
  <a:themeElements>
    <a:clrScheme name="Shoji">
      <a:dk1>
        <a:sysClr val="windowText" lastClr="000000"/>
      </a:dk1>
      <a:lt1>
        <a:sysClr val="window" lastClr="FFFFFF"/>
      </a:lt1>
      <a:dk2>
        <a:srgbClr val="595460"/>
      </a:dk2>
      <a:lt2>
        <a:srgbClr val="EBEDEB"/>
      </a:lt2>
      <a:accent1>
        <a:srgbClr val="97A7B8"/>
      </a:accent1>
      <a:accent2>
        <a:srgbClr val="A5B592"/>
      </a:accent2>
      <a:accent3>
        <a:srgbClr val="CED228"/>
      </a:accent3>
      <a:accent4>
        <a:srgbClr val="D1C499"/>
      </a:accent4>
      <a:accent5>
        <a:srgbClr val="BDB3B6"/>
      </a:accent5>
      <a:accent6>
        <a:srgbClr val="C5A98D"/>
      </a:accent6>
      <a:hlink>
        <a:srgbClr val="CC9900"/>
      </a:hlink>
      <a:folHlink>
        <a:srgbClr val="96A9A9"/>
      </a:folHlink>
    </a:clrScheme>
    <a:fontScheme name="Custom 7">
      <a:majorFont>
        <a:latin typeface="Meiryo"/>
        <a:ea typeface=""/>
        <a:cs typeface=""/>
      </a:majorFont>
      <a:minorFont>
        <a:latin typeface="Meiryo"/>
        <a:ea typeface=""/>
        <a:cs typeface=""/>
      </a:minorFont>
    </a:fontScheme>
    <a:fmtScheme name="Feathered">
      <a:fillStyleLst>
        <a:solidFill>
          <a:schemeClr val="phClr"/>
        </a:solidFill>
        <a:solidFill>
          <a:schemeClr val="phClr">
            <a:tint val="67000"/>
            <a:satMod val="105000"/>
          </a:schemeClr>
        </a:solidFill>
        <a:gradFill rotWithShape="1">
          <a:gsLst>
            <a:gs pos="0">
              <a:schemeClr val="phClr">
                <a:tint val="94000"/>
                <a:satMod val="103000"/>
                <a:lumMod val="102000"/>
              </a:schemeClr>
            </a:gs>
            <a:gs pos="50000">
              <a:schemeClr val="phClr">
                <a:shade val="100000"/>
                <a:satMod val="110000"/>
                <a:lumMod val="100000"/>
              </a:schemeClr>
            </a:gs>
            <a:gs pos="100000">
              <a:schemeClr val="phClr">
                <a:shade val="70000"/>
                <a:satMod val="120000"/>
                <a:lumMod val="99000"/>
              </a:schemeClr>
            </a:gs>
          </a:gsLst>
          <a:path path="circle">
            <a:fillToRect l="100000" t="100000" r="100000" b="100000"/>
          </a:path>
        </a:gradFill>
      </a:fillStyleLst>
      <a:lnStyleLst>
        <a:ln w="9525" cap="flat" cmpd="sng" algn="ctr">
          <a:solidFill>
            <a:schemeClr val="phClr"/>
          </a:solidFill>
          <a:prstDash val="solid"/>
        </a:ln>
        <a:ln w="12700" cap="flat" cmpd="sng" algn="ctr">
          <a:solidFill>
            <a:schemeClr val="phClr"/>
          </a:solidFill>
          <a:prstDash val="solid"/>
        </a:ln>
        <a:ln w="19050" cap="flat" cmpd="sng" algn="ctr">
          <a:solidFill>
            <a:schemeClr val="phClr">
              <a:tint val="50000"/>
              <a:shade val="83000"/>
            </a:schemeClr>
          </a:solidFill>
          <a:prstDash val="solid"/>
        </a:ln>
      </a:lnStyleLst>
      <a:effectStyleLst>
        <a:effectStyle>
          <a:effectLst/>
        </a:effectStyle>
        <a:effectStyle>
          <a:effectLst/>
        </a:effectStyle>
        <a:effectStyle>
          <a:effectLst>
            <a:outerShdw blurRad="57150" dist="25400" dir="5400000" algn="ctr" rotWithShape="0">
              <a:srgbClr val="000000">
                <a:alpha val="20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ShojiVTI" id="{00D0DDEB-E771-48E5-9E96-0647434F08B1}" vid="{9D22D596-7FD0-4F89-958C-AD79A0949111}"/>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8" ma:contentTypeDescription="Create a new document." ma:contentTypeScope="" ma:versionID="60f5a4f2d2b0abadcf532d48ebf9cb7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7dd78129e6a1811f84807ad11c651531"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Props1.xml><?xml version="1.0" encoding="utf-8"?>
<ds:datastoreItem xmlns:ds="http://schemas.openxmlformats.org/officeDocument/2006/customXml" ds:itemID="{2C1AA24C-4CA6-40FF-8947-DA1F6F47456C}">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6F36CB81-A037-44A8-88EB-C0C0F17FD4B1}">
  <ds:schemaRefs>
    <ds:schemaRef ds:uri="http://schemas.microsoft.com/sharepoint/v3/contenttype/forms"/>
  </ds:schemaRefs>
</ds:datastoreItem>
</file>

<file path=customXml/itemProps3.xml><?xml version="1.0" encoding="utf-8"?>
<ds:datastoreItem xmlns:ds="http://schemas.openxmlformats.org/officeDocument/2006/customXml" ds:itemID="{57FF477C-132F-44F8-8C56-EBFF95FAF97B}">
  <ds:schemaRefs>
    <ds:schemaRef ds:uri="http://schemas.microsoft.com/office/2006/metadata/properties"/>
    <ds:schemaRef ds:uri="http://schemas.microsoft.com/office/infopath/2007/PartnerControls"/>
    <ds:schemaRef ds:uri="http://schemas.microsoft.com/sharepoint/v3"/>
    <ds:schemaRef ds:uri="71af3243-3dd4-4a8d-8c0d-dd76da1f02a5"/>
    <ds:schemaRef ds:uri="230e9df3-be65-4c73-a93b-d1236ebd677e"/>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{5B23E3D9-0E31-453C-BCA6-FF95D7F95A30}TF2b9189fa-8f70-44c5-a025-8c7b018ae2a9a796464d_win32-1d960f5e6b5e</Template>
  <TotalTime>20</TotalTime>
  <Words>504</Words>
  <Application>Microsoft Office PowerPoint</Application>
  <PresentationFormat>Widescreen</PresentationFormat>
  <Paragraphs>31</Paragraphs>
  <Slides>10</Slides>
  <Notes>10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10</vt:i4>
      </vt:variant>
    </vt:vector>
  </HeadingPairs>
  <TitlesOfParts>
    <vt:vector size="15" baseType="lpstr">
      <vt:lpstr>Meiryo</vt:lpstr>
      <vt:lpstr>Calibri</vt:lpstr>
      <vt:lpstr>Corbel</vt:lpstr>
      <vt:lpstr>Wingdings</vt:lpstr>
      <vt:lpstr>ShojiVTI</vt:lpstr>
      <vt:lpstr>Course registration system – Final Project  Ethan meier CST499: Capstone for computer software Technology Charmelia butler November 17th, 2025</vt:lpstr>
      <vt:lpstr>Project Overview</vt:lpstr>
      <vt:lpstr>SRS Summary</vt:lpstr>
      <vt:lpstr>UML Design Model</vt:lpstr>
      <vt:lpstr>Landing &amp; Login Pages</vt:lpstr>
      <vt:lpstr>Enrollment Pages</vt:lpstr>
      <vt:lpstr>Database &amp; Tables</vt:lpstr>
      <vt:lpstr>PHP Code Summary</vt:lpstr>
      <vt:lpstr>Implementation Experience</vt:lpstr>
      <vt:lpstr>References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Ethan Meier</dc:creator>
  <cp:lastModifiedBy>Ethan Meier</cp:lastModifiedBy>
  <cp:revision>1</cp:revision>
  <dcterms:created xsi:type="dcterms:W3CDTF">2025-11-17T21:56:20Z</dcterms:created>
  <dcterms:modified xsi:type="dcterms:W3CDTF">2025-11-17T22:17:08Z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y fmtid="{D5CDD505-2E9C-101B-9397-08002B2CF9AE}" pid="3" name="MediaServiceImageTags">
    <vt:lpwstr/>
  </property>
</Properties>
</file>